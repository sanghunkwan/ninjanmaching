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64" r:id="rId5"/>
    <p:sldId id="259" r:id="rId6"/>
    <p:sldId id="260" r:id="rId7"/>
    <p:sldId id="262" r:id="rId8"/>
    <p:sldId id="261" r:id="rId9"/>
    <p:sldId id="265" r:id="rId10"/>
    <p:sldId id="266" r:id="rId11"/>
    <p:sldId id="263" r:id="rId12"/>
    <p:sldId id="268" r:id="rId13"/>
    <p:sldId id="269" r:id="rId14"/>
    <p:sldId id="267" r:id="rId15"/>
    <p:sldId id="270" r:id="rId16"/>
    <p:sldId id="272" r:id="rId17"/>
    <p:sldId id="273" r:id="rId18"/>
    <p:sldId id="271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7F44CFE9-A6A9-4D24-B84F-75F44CF4424B}">
          <p14:sldIdLst>
            <p14:sldId id="256"/>
          </p14:sldIdLst>
        </p14:section>
        <p14:section name="depth0" id="{2EAE85BB-1680-4FCF-A7AC-72F275A18B33}">
          <p14:sldIdLst>
            <p14:sldId id="257"/>
          </p14:sldIdLst>
        </p14:section>
        <p14:section name="depth1" id="{E8E6F9CA-B8DF-4655-9157-271B89BDEC3E}">
          <p14:sldIdLst>
            <p14:sldId id="258"/>
            <p14:sldId id="264"/>
            <p14:sldId id="259"/>
          </p14:sldIdLst>
        </p14:section>
        <p14:section name="depth2" id="{7D63EAC0-CFC5-473B-8B3D-34CFA8D462B3}">
          <p14:sldIdLst>
            <p14:sldId id="260"/>
            <p14:sldId id="262"/>
          </p14:sldIdLst>
        </p14:section>
        <p14:section name="depth3" id="{BF96FBFC-A30B-44E1-8FE7-7935745E3DF0}">
          <p14:sldIdLst>
            <p14:sldId id="261"/>
          </p14:sldIdLst>
        </p14:section>
        <p14:section name="depth4" id="{CE774485-2BFB-427A-991B-D509B297CDFB}">
          <p14:sldIdLst>
            <p14:sldId id="265"/>
            <p14:sldId id="266"/>
          </p14:sldIdLst>
        </p14:section>
        <p14:section name="depth5" id="{6E1A9DF7-08A7-4B44-ACB8-368C75EC5463}">
          <p14:sldIdLst>
            <p14:sldId id="263"/>
            <p14:sldId id="268"/>
            <p14:sldId id="269"/>
          </p14:sldIdLst>
        </p14:section>
        <p14:section name="depth6" id="{E51101B3-A15D-457B-B54F-16B68EA80450}">
          <p14:sldIdLst>
            <p14:sldId id="267"/>
          </p14:sldIdLst>
        </p14:section>
        <p14:section name="depth7" id="{741FE371-8D21-4E51-A9F1-81B4E86F6943}">
          <p14:sldIdLst>
            <p14:sldId id="270"/>
          </p14:sldIdLst>
        </p14:section>
        <p14:section name="depth8" id="{3B92FFCD-9DF2-4855-93D2-CC2F1E0F52C0}">
          <p14:sldIdLst>
            <p14:sldId id="272"/>
            <p14:sldId id="273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" initials="G" lastIdx="6" clrIdx="0">
    <p:extLst>
      <p:ext uri="{19B8F6BF-5375-455C-9EA6-DF929625EA0E}">
        <p15:presenceInfo xmlns:p15="http://schemas.microsoft.com/office/powerpoint/2012/main" userId="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1D68B"/>
    <a:srgbClr val="FFFF8F"/>
    <a:srgbClr val="FFFF61"/>
    <a:srgbClr val="FFFFC9"/>
    <a:srgbClr val="498830"/>
    <a:srgbClr val="E0F0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38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F997A9-C414-41EF-B866-1D7DDD41CB92}" type="datetimeFigureOut">
              <a:rPr lang="ko-KR" altLang="en-US" smtClean="0"/>
              <a:t>2025-08-01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AE89BD-D304-4FFC-9357-5BFCF071533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17988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007533" y="0"/>
            <a:ext cx="7934348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8941881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11808" y="3428998"/>
            <a:ext cx="5518066" cy="2268559"/>
          </a:xfrm>
        </p:spPr>
        <p:txBody>
          <a:bodyPr anchor="t">
            <a:normAutofit/>
          </a:bodyPr>
          <a:lstStyle>
            <a:lvl1pPr algn="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72274" y="2268786"/>
            <a:ext cx="5357600" cy="1160213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3A824-1A51-4B26-AD58-A6D8E14F6C04}" type="datetimeFigureOut">
              <a:rPr lang="en-US" dirty="0"/>
              <a:t>8/1/2025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rIns="45720"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2191282" y="3262852"/>
            <a:ext cx="4156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24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162C4-EDD9-4389-A98B-B87ECEA2A816}" type="datetimeFigureOut">
              <a:rPr lang="en-US" dirty="0"/>
              <a:t>8/1/2025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2194943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5" name="Rectangle 2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TextBox 10"/>
          <p:cNvSpPr txBox="1"/>
          <p:nvPr/>
        </p:nvSpPr>
        <p:spPr>
          <a:xfrm>
            <a:off x="2191843" y="296258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3147254"/>
            <a:ext cx="7956560" cy="1424746"/>
          </a:xfrm>
        </p:spPr>
        <p:txBody>
          <a:bodyPr anchor="t">
            <a:normAutofit/>
          </a:bodyPr>
          <a:lstStyle>
            <a:lvl1pPr algn="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968" y="2268786"/>
            <a:ext cx="7791931" cy="878468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059C3-6A89-4494-99FF-5A4D6FFD50EB}" type="datetimeFigureOut">
              <a:rPr lang="en-US" dirty="0"/>
              <a:t>8/1/2025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7" name="Rectangle 26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7"/>
            <a:ext cx="7950984" cy="108170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05374" y="2052116"/>
            <a:ext cx="3891960" cy="399782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66636" y="2052114"/>
            <a:ext cx="3894222" cy="399782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54B2F-12DE-47F5-8894-472B206D2E1E}" type="datetimeFigureOut">
              <a:rPr lang="en-US" dirty="0"/>
              <a:t>8/1/2025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2196172" y="641223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" name="Rectangle 20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TextBox 11"/>
          <p:cNvSpPr txBox="1"/>
          <p:nvPr/>
        </p:nvSpPr>
        <p:spPr>
          <a:xfrm>
            <a:off x="2193650" y="636424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8"/>
            <a:ext cx="7956560" cy="107834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09285" y="2052115"/>
            <a:ext cx="3896467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09285" y="2851331"/>
            <a:ext cx="3893623" cy="307143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66634" y="2052115"/>
            <a:ext cx="3899798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66635" y="2851331"/>
            <a:ext cx="3899798" cy="307143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0E46F-7819-4ACF-B48B-48222C2ACC88}" type="datetimeFigureOut">
              <a:rPr lang="en-US" dirty="0"/>
              <a:t>8/1/2025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" name="Rectangle 13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F3416-4057-4DAA-829D-4CA07428D088}" type="datetimeFigureOut">
              <a:rPr lang="en-US" dirty="0"/>
              <a:t>8/1/2025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2196172" y="64122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D9284-D300-4297-87F7-E791DCC15DB1}" type="datetimeFigureOut">
              <a:rPr lang="en-US" dirty="0"/>
              <a:t>8/1/2025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6" name="Rectangle 2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1554154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0323" y="1282451"/>
            <a:ext cx="2664361" cy="1903241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20154" y="805818"/>
            <a:ext cx="5446278" cy="5244126"/>
          </a:xfrm>
        </p:spPr>
        <p:txBody>
          <a:bodyPr anchor="ctr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6154"/>
            <a:ext cx="2664361" cy="2386397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525BB-DA17-4BA0-B3C8-3AC3ABC827E6}" type="datetimeFigureOut">
              <a:rPr lang="en-US" dirty="0"/>
              <a:t>8/1/2025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" name="Rectangle 19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47062" y="3229"/>
            <a:ext cx="4629734" cy="6858000"/>
          </a:xfr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1554686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1241" y="1282452"/>
            <a:ext cx="3970986" cy="1900473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2928"/>
            <a:ext cx="3971874" cy="2386394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C4C9A-3960-41CF-A4E9-2A8FB932454B}" type="datetimeFigureOut">
              <a:rPr lang="en-US" dirty="0"/>
              <a:t>8/1/2025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2194236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4091" cy="107722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7E33E-8B18-4087-B112-809917729534}" type="datetimeFigureOut">
              <a:rPr lang="en-US" dirty="0"/>
              <a:t>8/1/2025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" name="Rectangle 1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 rot="5400000">
            <a:off x="10337141" y="416061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39380" y="805818"/>
            <a:ext cx="1326519" cy="5244126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608751" y="970410"/>
            <a:ext cx="6466903" cy="507953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FE419-2371-464F-8239-3959401C3561}" type="datetimeFigureOut">
              <a:rPr lang="en-US" dirty="0"/>
              <a:t>8/1/2025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794" y="2105202"/>
            <a:ext cx="9360205" cy="4752798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9867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8331" cy="107722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599" y="2052116"/>
            <a:ext cx="7796540" cy="3997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-810065" y="5270604"/>
            <a:ext cx="2662729" cy="182880"/>
          </a:xfrm>
          <a:prstGeom prst="rect">
            <a:avLst/>
          </a:prstGeom>
        </p:spPr>
        <p:txBody>
          <a:bodyPr vert="horz" lIns="91440" tIns="18288" rIns="91440" bIns="45720" rtlCol="0" anchor="t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3CBC1C18-307B-4F68-A007-B5B542270E8D}" type="datetimeFigureOut">
              <a:rPr lang="en-US" dirty="0"/>
              <a:t>8/1/2025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-2237130" y="3661144"/>
            <a:ext cx="5885352" cy="179176"/>
          </a:xfrm>
          <a:prstGeom prst="rect">
            <a:avLst/>
          </a:prstGeom>
        </p:spPr>
        <p:txBody>
          <a:bodyPr vert="horz" lIns="91440" tIns="45720" rIns="91440" bIns="18288" rtlCol="0" anchor="b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8407" y="164592"/>
            <a:ext cx="636727" cy="322851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57" name="Rectangle 56"/>
          <p:cNvSpPr/>
          <p:nvPr/>
        </p:nvSpPr>
        <p:spPr>
          <a:xfrm>
            <a:off x="962042" y="0"/>
            <a:ext cx="45719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r" defTabSz="914400" rtl="0" eaLnBrk="1" latinLnBrk="1" hangingPunct="1">
        <a:lnSpc>
          <a:spcPct val="90000"/>
        </a:lnSpc>
        <a:spcBef>
          <a:spcPct val="0"/>
        </a:spcBef>
        <a:buNone/>
        <a:defRPr sz="3400" b="0" i="0" kern="1200" cap="none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344488" indent="-344488" algn="l" defTabSz="914400" rtl="0" eaLnBrk="1" latinLnBrk="1" hangingPunct="1">
        <a:lnSpc>
          <a:spcPct val="120000"/>
        </a:lnSpc>
        <a:spcBef>
          <a:spcPts val="10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95338" indent="-338138" algn="l" defTabSz="914400" rtl="0" eaLnBrk="1" latinLnBrk="1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58888" indent="-344488" algn="l" defTabSz="914400" rtl="0" eaLnBrk="1" latinLnBrk="1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709738" indent="-338138" algn="l" defTabSz="914400" rtl="0" eaLnBrk="1" latinLnBrk="1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173288" indent="-344488" algn="l" defTabSz="914400" rtl="0" eaLnBrk="1" latinLnBrk="1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642616" indent="-338328" algn="l" defTabSz="914400" rtl="0" eaLnBrk="1" latinLnBrk="1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3108960" indent="-338328" algn="l" defTabSz="914400" rtl="0" eaLnBrk="1" latinLnBrk="1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575304" indent="-338328" algn="l" defTabSz="914400" rtl="0" eaLnBrk="1" latinLnBrk="1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4041648" indent="-338328" algn="l" defTabSz="914400" rtl="0" eaLnBrk="1" latinLnBrk="1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1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861DBB-5BB1-4A23-99FF-C5D0CD634F0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ko-KR" sz="5000" dirty="0" err="1">
                <a:latin typeface="휴먼옛체" panose="02030504000101010101" pitchFamily="18" charset="-127"/>
                <a:ea typeface="휴먼옛체" panose="02030504000101010101" pitchFamily="18" charset="-127"/>
              </a:rPr>
              <a:t>Ninja</a:t>
            </a:r>
            <a:r>
              <a:rPr lang="en-US" altLang="ko-KR" sz="5000" dirty="0" err="1"/>
              <a:t>N</a:t>
            </a:r>
            <a:r>
              <a:rPr lang="en-US" altLang="ko-KR" sz="5000" dirty="0" err="1">
                <a:latin typeface="휴먼편지체" panose="02030504000101010101" pitchFamily="18" charset="-127"/>
                <a:ea typeface="휴먼편지체" panose="02030504000101010101" pitchFamily="18" charset="-127"/>
              </a:rPr>
              <a:t>Matching</a:t>
            </a:r>
            <a:r>
              <a:rPr lang="en-US" altLang="ko-KR" sz="5000" dirty="0"/>
              <a:t> UI</a:t>
            </a:r>
            <a:endParaRPr lang="ko-KR" altLang="en-US" sz="5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7900581-3050-4915-B0D3-6B08C54BE6B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altLang="ko-KR" sz="3500" dirty="0"/>
              <a:t>UI </a:t>
            </a:r>
            <a:r>
              <a:rPr lang="ko-KR" altLang="en-US" sz="3500" dirty="0"/>
              <a:t>프레임워크 기획</a:t>
            </a:r>
          </a:p>
        </p:txBody>
      </p:sp>
    </p:spTree>
    <p:extLst>
      <p:ext uri="{BB962C8B-B14F-4D97-AF65-F5344CB8AC3E}">
        <p14:creationId xmlns:p14="http://schemas.microsoft.com/office/powerpoint/2010/main" val="35858260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개체 틀 11">
            <a:extLst>
              <a:ext uri="{FF2B5EF4-FFF2-40B4-BE49-F238E27FC236}">
                <a16:creationId xmlns:a16="http://schemas.microsoft.com/office/drawing/2014/main" id="{0239F70A-02D7-442A-BB09-891E064503F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5966" r="840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2454" t="24444" r="17843" b="20301"/>
          <a:stretch/>
        </p:blipFill>
        <p:spPr>
          <a:xfrm>
            <a:off x="1011327" y="873481"/>
            <a:ext cx="3309938" cy="4593869"/>
          </a:xfrm>
          <a:prstGeom prst="rect">
            <a:avLst/>
          </a:prstGeo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3DF6487D-1DF5-4A5E-A172-9E247F4734AA}"/>
              </a:ext>
            </a:extLst>
          </p:cNvPr>
          <p:cNvSpPr/>
          <p:nvPr/>
        </p:nvSpPr>
        <p:spPr>
          <a:xfrm>
            <a:off x="4631500" y="5207202"/>
            <a:ext cx="1091013" cy="453238"/>
          </a:xfrm>
          <a:prstGeom prst="rect">
            <a:avLst/>
          </a:prstGeom>
          <a:solidFill>
            <a:srgbClr val="49883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팁 출력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FC921AA-7305-4E9E-B85A-8C54C55838FB}"/>
              </a:ext>
            </a:extLst>
          </p:cNvPr>
          <p:cNvSpPr/>
          <p:nvPr/>
        </p:nvSpPr>
        <p:spPr>
          <a:xfrm>
            <a:off x="4936388" y="3754600"/>
            <a:ext cx="1004495" cy="453238"/>
          </a:xfrm>
          <a:prstGeom prst="rect">
            <a:avLst/>
          </a:prstGeom>
          <a:solidFill>
            <a:srgbClr val="49883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 err="1"/>
              <a:t>로딩바</a:t>
            </a:r>
            <a:endParaRPr lang="ko-KR" altLang="en-US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1D2A8B7-7AA5-4362-8BE1-668965E2583B}"/>
              </a:ext>
            </a:extLst>
          </p:cNvPr>
          <p:cNvSpPr/>
          <p:nvPr/>
        </p:nvSpPr>
        <p:spPr>
          <a:xfrm>
            <a:off x="5101984" y="1239859"/>
            <a:ext cx="1004495" cy="453238"/>
          </a:xfrm>
          <a:prstGeom prst="rect">
            <a:avLst/>
          </a:prstGeom>
          <a:solidFill>
            <a:srgbClr val="49883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 err="1"/>
              <a:t>배경맵</a:t>
            </a:r>
            <a:endParaRPr lang="ko-KR" altLang="en-US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0595CBA-CB3E-4A7F-98FF-343060FCFDB1}"/>
              </a:ext>
            </a:extLst>
          </p:cNvPr>
          <p:cNvSpPr/>
          <p:nvPr/>
        </p:nvSpPr>
        <p:spPr>
          <a:xfrm>
            <a:off x="7560503" y="0"/>
            <a:ext cx="3901824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8A105A-C0B8-4A06-A334-959E224AD884}"/>
              </a:ext>
            </a:extLst>
          </p:cNvPr>
          <p:cNvSpPr/>
          <p:nvPr/>
        </p:nvSpPr>
        <p:spPr>
          <a:xfrm>
            <a:off x="1103689" y="1009651"/>
            <a:ext cx="3112655" cy="4329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FBDF28BF-8622-43EE-ACC8-45DAB362B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8873" y="1009651"/>
            <a:ext cx="2442376" cy="4329112"/>
          </a:xfrm>
          <a:prstGeom prst="rect">
            <a:avLst/>
          </a:prstGeom>
        </p:spPr>
      </p:pic>
      <p:cxnSp>
        <p:nvCxnSpPr>
          <p:cNvPr id="28" name="연결선: 꺾임 27">
            <a:extLst>
              <a:ext uri="{FF2B5EF4-FFF2-40B4-BE49-F238E27FC236}">
                <a16:creationId xmlns:a16="http://schemas.microsoft.com/office/drawing/2014/main" id="{D7694B79-9D9E-498D-8948-7C4B2A353650}"/>
              </a:ext>
            </a:extLst>
          </p:cNvPr>
          <p:cNvCxnSpPr>
            <a:cxnSpLocks/>
          </p:cNvCxnSpPr>
          <p:nvPr/>
        </p:nvCxnSpPr>
        <p:spPr>
          <a:xfrm rot="10800000" flipV="1">
            <a:off x="3754131" y="1466478"/>
            <a:ext cx="1347853" cy="99936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연결선: 꺾임 20">
            <a:extLst>
              <a:ext uri="{FF2B5EF4-FFF2-40B4-BE49-F238E27FC236}">
                <a16:creationId xmlns:a16="http://schemas.microsoft.com/office/drawing/2014/main" id="{2A27AC06-75BB-4951-A1D7-0873E3861745}"/>
              </a:ext>
            </a:extLst>
          </p:cNvPr>
          <p:cNvCxnSpPr>
            <a:cxnSpLocks/>
          </p:cNvCxnSpPr>
          <p:nvPr/>
        </p:nvCxnSpPr>
        <p:spPr>
          <a:xfrm rot="10800000" flipV="1">
            <a:off x="3754131" y="3989281"/>
            <a:ext cx="1182798" cy="70375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30FF9065-8824-431E-BF84-DFDAD120477A}"/>
              </a:ext>
            </a:extLst>
          </p:cNvPr>
          <p:cNvCxnSpPr>
            <a:cxnSpLocks/>
          </p:cNvCxnSpPr>
          <p:nvPr/>
        </p:nvCxnSpPr>
        <p:spPr>
          <a:xfrm rot="10800000">
            <a:off x="3428219" y="4849620"/>
            <a:ext cx="1203281" cy="584201"/>
          </a:xfrm>
          <a:prstGeom prst="bentConnector3">
            <a:avLst>
              <a:gd name="adj1" fmla="val 208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E004457C-BC16-4C09-A3C8-B08FAE1043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3491356"/>
              </p:ext>
            </p:extLst>
          </p:nvPr>
        </p:nvGraphicFramePr>
        <p:xfrm>
          <a:off x="8370723" y="165971"/>
          <a:ext cx="22813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8">
                  <a:extLst>
                    <a:ext uri="{9D8B030D-6E8A-4147-A177-3AD203B41FA5}">
                      <a16:colId xmlns:a16="http://schemas.microsoft.com/office/drawing/2014/main" val="1354924950"/>
                    </a:ext>
                  </a:extLst>
                </a:gridCol>
                <a:gridCol w="570346">
                  <a:extLst>
                    <a:ext uri="{9D8B030D-6E8A-4147-A177-3AD203B41FA5}">
                      <a16:colId xmlns:a16="http://schemas.microsoft.com/office/drawing/2014/main" val="3471555624"/>
                    </a:ext>
                  </a:extLst>
                </a:gridCol>
              </a:tblGrid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깊이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0</a:t>
                      </a:r>
                      <a:endParaRPr lang="ko-KR" altLang="en-US" b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87282613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상호작용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317849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변화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863785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변수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523282"/>
                  </a:ext>
                </a:extLst>
              </a:tr>
            </a:tbl>
          </a:graphicData>
        </a:graphic>
      </p:graphicFrame>
      <p:graphicFrame>
        <p:nvGraphicFramePr>
          <p:cNvPr id="19" name="표 19">
            <a:extLst>
              <a:ext uri="{FF2B5EF4-FFF2-40B4-BE49-F238E27FC236}">
                <a16:creationId xmlns:a16="http://schemas.microsoft.com/office/drawing/2014/main" id="{4A115D44-1592-49DB-AAD6-CFD959E247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08566"/>
              </p:ext>
            </p:extLst>
          </p:nvPr>
        </p:nvGraphicFramePr>
        <p:xfrm>
          <a:off x="8069053" y="1815302"/>
          <a:ext cx="3014653" cy="883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/>
                        <a:t>배경맵</a:t>
                      </a:r>
                      <a:endParaRPr lang="ko-KR" altLang="en-US" sz="1600" dirty="0"/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시간에 따라 우측으로 이동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변수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 err="1"/>
                        <a:t>랜덤한</a:t>
                      </a:r>
                      <a:r>
                        <a:rPr lang="ko-KR" altLang="en-US" sz="1200" dirty="0"/>
                        <a:t> 배경 이미지 출력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614711511"/>
                  </a:ext>
                </a:extLst>
              </a:tr>
            </a:tbl>
          </a:graphicData>
        </a:graphic>
      </p:graphicFrame>
      <p:sp>
        <p:nvSpPr>
          <p:cNvPr id="30" name="직사각형 29">
            <a:extLst>
              <a:ext uri="{FF2B5EF4-FFF2-40B4-BE49-F238E27FC236}">
                <a16:creationId xmlns:a16="http://schemas.microsoft.com/office/drawing/2014/main" id="{A58B93BC-3460-45EB-B302-714887784097}"/>
              </a:ext>
            </a:extLst>
          </p:cNvPr>
          <p:cNvSpPr/>
          <p:nvPr/>
        </p:nvSpPr>
        <p:spPr>
          <a:xfrm>
            <a:off x="4782124" y="2512286"/>
            <a:ext cx="1158759" cy="453238"/>
          </a:xfrm>
          <a:prstGeom prst="rect">
            <a:avLst/>
          </a:prstGeom>
          <a:solidFill>
            <a:srgbClr val="49883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로딩로고</a:t>
            </a:r>
          </a:p>
        </p:txBody>
      </p:sp>
      <p:cxnSp>
        <p:nvCxnSpPr>
          <p:cNvPr id="33" name="연결선: 꺾임 32">
            <a:extLst>
              <a:ext uri="{FF2B5EF4-FFF2-40B4-BE49-F238E27FC236}">
                <a16:creationId xmlns:a16="http://schemas.microsoft.com/office/drawing/2014/main" id="{5A2711FF-0E7D-41FC-A352-2D98085DDF13}"/>
              </a:ext>
            </a:extLst>
          </p:cNvPr>
          <p:cNvCxnSpPr>
            <a:cxnSpLocks/>
          </p:cNvCxnSpPr>
          <p:nvPr/>
        </p:nvCxnSpPr>
        <p:spPr>
          <a:xfrm rot="10800000" flipV="1">
            <a:off x="3172758" y="2755235"/>
            <a:ext cx="1609366" cy="1007427"/>
          </a:xfrm>
          <a:prstGeom prst="bentConnector3">
            <a:avLst>
              <a:gd name="adj1" fmla="val 2544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1" name="표 19">
            <a:extLst>
              <a:ext uri="{FF2B5EF4-FFF2-40B4-BE49-F238E27FC236}">
                <a16:creationId xmlns:a16="http://schemas.microsoft.com/office/drawing/2014/main" id="{40BDB7CB-8470-48C9-9059-7932320891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8593934"/>
              </p:ext>
            </p:extLst>
          </p:nvPr>
        </p:nvGraphicFramePr>
        <p:xfrm>
          <a:off x="8069052" y="3609056"/>
          <a:ext cx="3014653" cy="79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/>
                        <a:t>로딩바</a:t>
                      </a:r>
                      <a:endParaRPr lang="ko-KR" altLang="en-US" sz="1600" dirty="0"/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시간에 따라 </a:t>
                      </a:r>
                      <a:r>
                        <a:rPr lang="en-US" altLang="ko-KR" sz="1200" dirty="0"/>
                        <a:t>. </a:t>
                      </a:r>
                      <a:r>
                        <a:rPr lang="ko-KR" altLang="en-US" sz="1200" dirty="0"/>
                        <a:t>개수 달라짐</a:t>
                      </a:r>
                      <a:endParaRPr lang="en-US" altLang="ko-KR" sz="1200" dirty="0"/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로딩 완료 시 </a:t>
                      </a:r>
                      <a:r>
                        <a:rPr lang="ko-KR" altLang="en-US" sz="1200" u="sng" dirty="0"/>
                        <a:t>깊이 </a:t>
                      </a:r>
                      <a:r>
                        <a:rPr lang="en-US" altLang="ko-KR" sz="1200" u="sng" dirty="0"/>
                        <a:t>1</a:t>
                      </a:r>
                      <a:r>
                        <a:rPr lang="ko-KR" altLang="en-US" sz="1200" dirty="0"/>
                        <a:t>로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graphicFrame>
        <p:nvGraphicFramePr>
          <p:cNvPr id="42" name="표 19">
            <a:extLst>
              <a:ext uri="{FF2B5EF4-FFF2-40B4-BE49-F238E27FC236}">
                <a16:creationId xmlns:a16="http://schemas.microsoft.com/office/drawing/2014/main" id="{1BE5CA10-68AA-484C-BE29-8C6794F815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8499519"/>
              </p:ext>
            </p:extLst>
          </p:nvPr>
        </p:nvGraphicFramePr>
        <p:xfrm>
          <a:off x="8069053" y="2849339"/>
          <a:ext cx="3014653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로딩로고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시간에 따라 </a:t>
                      </a:r>
                      <a:r>
                        <a:rPr lang="en-US" altLang="ko-KR" sz="1200" dirty="0"/>
                        <a:t>. </a:t>
                      </a:r>
                      <a:r>
                        <a:rPr lang="ko-KR" altLang="en-US" sz="1200" dirty="0"/>
                        <a:t>개수 달라짐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graphicFrame>
        <p:nvGraphicFramePr>
          <p:cNvPr id="43" name="표 19">
            <a:extLst>
              <a:ext uri="{FF2B5EF4-FFF2-40B4-BE49-F238E27FC236}">
                <a16:creationId xmlns:a16="http://schemas.microsoft.com/office/drawing/2014/main" id="{78074423-4C44-4A0D-ADB3-E196CA870D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702607"/>
              </p:ext>
            </p:extLst>
          </p:nvPr>
        </p:nvGraphicFramePr>
        <p:xfrm>
          <a:off x="8060355" y="4552768"/>
          <a:ext cx="3014653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팁 출력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변수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 err="1"/>
                        <a:t>랜덤한</a:t>
                      </a:r>
                      <a:r>
                        <a:rPr lang="ko-KR" altLang="en-US" sz="1200" dirty="0"/>
                        <a:t> 팁 텍스트 출력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45" name="타원 44">
            <a:extLst>
              <a:ext uri="{FF2B5EF4-FFF2-40B4-BE49-F238E27FC236}">
                <a16:creationId xmlns:a16="http://schemas.microsoft.com/office/drawing/2014/main" id="{817E2A97-3BD5-433A-B763-E3251A3320EA}"/>
              </a:ext>
            </a:extLst>
          </p:cNvPr>
          <p:cNvSpPr/>
          <p:nvPr/>
        </p:nvSpPr>
        <p:spPr>
          <a:xfrm>
            <a:off x="4983154" y="111923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A28650FE-1BE3-413E-A46C-85CFDE115A31}"/>
              </a:ext>
            </a:extLst>
          </p:cNvPr>
          <p:cNvSpPr/>
          <p:nvPr/>
        </p:nvSpPr>
        <p:spPr>
          <a:xfrm>
            <a:off x="7950221" y="170184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2C9E50F6-62A9-4532-A84D-7760601831AB}"/>
              </a:ext>
            </a:extLst>
          </p:cNvPr>
          <p:cNvSpPr/>
          <p:nvPr/>
        </p:nvSpPr>
        <p:spPr>
          <a:xfrm>
            <a:off x="4663294" y="2397363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2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BDE09F0C-0CE8-41F7-9D1C-262E7BA9EB89}"/>
              </a:ext>
            </a:extLst>
          </p:cNvPr>
          <p:cNvSpPr/>
          <p:nvPr/>
        </p:nvSpPr>
        <p:spPr>
          <a:xfrm>
            <a:off x="7956127" y="273890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2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7CA313AF-94E4-4392-ABD2-90AC2AB7404B}"/>
              </a:ext>
            </a:extLst>
          </p:cNvPr>
          <p:cNvSpPr/>
          <p:nvPr/>
        </p:nvSpPr>
        <p:spPr>
          <a:xfrm>
            <a:off x="4817558" y="3643833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3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EC21EA34-F658-4B05-A143-366D2A0BF338}"/>
              </a:ext>
            </a:extLst>
          </p:cNvPr>
          <p:cNvSpPr/>
          <p:nvPr/>
        </p:nvSpPr>
        <p:spPr>
          <a:xfrm>
            <a:off x="7947431" y="3490226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3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3EE5DCAE-BFBA-4A26-8B71-FB88BFC9D4AE}"/>
              </a:ext>
            </a:extLst>
          </p:cNvPr>
          <p:cNvSpPr/>
          <p:nvPr/>
        </p:nvSpPr>
        <p:spPr>
          <a:xfrm>
            <a:off x="4509996" y="5094096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4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40778C14-FABC-494F-874F-308838DB03D0}"/>
              </a:ext>
            </a:extLst>
          </p:cNvPr>
          <p:cNvSpPr/>
          <p:nvPr/>
        </p:nvSpPr>
        <p:spPr>
          <a:xfrm>
            <a:off x="7947431" y="4432823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4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41665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개체 틀 11">
            <a:extLst>
              <a:ext uri="{FF2B5EF4-FFF2-40B4-BE49-F238E27FC236}">
                <a16:creationId xmlns:a16="http://schemas.microsoft.com/office/drawing/2014/main" id="{0239F70A-02D7-442A-BB09-891E064503F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5966" r="840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2454" t="24444" r="17843" b="20301"/>
          <a:stretch/>
        </p:blipFill>
        <p:spPr>
          <a:xfrm>
            <a:off x="1011327" y="873481"/>
            <a:ext cx="3309938" cy="4593869"/>
          </a:xfrm>
          <a:prstGeom prst="rect">
            <a:avLst/>
          </a:prstGeo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7" name="직사각형 26">
            <a:extLst>
              <a:ext uri="{FF2B5EF4-FFF2-40B4-BE49-F238E27FC236}">
                <a16:creationId xmlns:a16="http://schemas.microsoft.com/office/drawing/2014/main" id="{3FC921AA-7305-4E9E-B85A-8C54C55838FB}"/>
              </a:ext>
            </a:extLst>
          </p:cNvPr>
          <p:cNvSpPr/>
          <p:nvPr/>
        </p:nvSpPr>
        <p:spPr>
          <a:xfrm>
            <a:off x="4756088" y="1757027"/>
            <a:ext cx="1469452" cy="453238"/>
          </a:xfrm>
          <a:prstGeom prst="rect">
            <a:avLst/>
          </a:prstGeom>
          <a:solidFill>
            <a:srgbClr val="49883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클리어 기록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1D2A8B7-7AA5-4362-8BE1-668965E2583B}"/>
              </a:ext>
            </a:extLst>
          </p:cNvPr>
          <p:cNvSpPr/>
          <p:nvPr/>
        </p:nvSpPr>
        <p:spPr>
          <a:xfrm>
            <a:off x="4908438" y="698136"/>
            <a:ext cx="1855052" cy="453238"/>
          </a:xfrm>
          <a:prstGeom prst="rect">
            <a:avLst/>
          </a:prstGeom>
          <a:solidFill>
            <a:srgbClr val="49883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타이틀 에피소드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0595CBA-CB3E-4A7F-98FF-343060FCFDB1}"/>
              </a:ext>
            </a:extLst>
          </p:cNvPr>
          <p:cNvSpPr/>
          <p:nvPr/>
        </p:nvSpPr>
        <p:spPr>
          <a:xfrm>
            <a:off x="7560503" y="0"/>
            <a:ext cx="3901824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8A105A-C0B8-4A06-A334-959E224AD884}"/>
              </a:ext>
            </a:extLst>
          </p:cNvPr>
          <p:cNvSpPr/>
          <p:nvPr/>
        </p:nvSpPr>
        <p:spPr>
          <a:xfrm>
            <a:off x="1103689" y="1009651"/>
            <a:ext cx="3112655" cy="4329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FBDF28BF-8622-43EE-ACC8-45DAB362B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3835" y="1009651"/>
            <a:ext cx="2412451" cy="4329112"/>
          </a:xfrm>
          <a:prstGeom prst="rect">
            <a:avLst/>
          </a:prstGeom>
        </p:spPr>
      </p:pic>
      <p:cxnSp>
        <p:nvCxnSpPr>
          <p:cNvPr id="28" name="연결선: 꺾임 27">
            <a:extLst>
              <a:ext uri="{FF2B5EF4-FFF2-40B4-BE49-F238E27FC236}">
                <a16:creationId xmlns:a16="http://schemas.microsoft.com/office/drawing/2014/main" id="{D7694B79-9D9E-498D-8948-7C4B2A353650}"/>
              </a:ext>
            </a:extLst>
          </p:cNvPr>
          <p:cNvCxnSpPr>
            <a:cxnSpLocks/>
          </p:cNvCxnSpPr>
          <p:nvPr/>
        </p:nvCxnSpPr>
        <p:spPr>
          <a:xfrm rot="10800000" flipV="1">
            <a:off x="3826290" y="960657"/>
            <a:ext cx="1074665" cy="86418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연결선: 꺾임 20">
            <a:extLst>
              <a:ext uri="{FF2B5EF4-FFF2-40B4-BE49-F238E27FC236}">
                <a16:creationId xmlns:a16="http://schemas.microsoft.com/office/drawing/2014/main" id="{2A27AC06-75BB-4951-A1D7-0873E3861745}"/>
              </a:ext>
            </a:extLst>
          </p:cNvPr>
          <p:cNvCxnSpPr>
            <a:cxnSpLocks/>
          </p:cNvCxnSpPr>
          <p:nvPr/>
        </p:nvCxnSpPr>
        <p:spPr>
          <a:xfrm rot="10800000" flipV="1">
            <a:off x="2301241" y="2000533"/>
            <a:ext cx="2454849" cy="55113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E004457C-BC16-4C09-A3C8-B08FAE1043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9280327"/>
              </p:ext>
            </p:extLst>
          </p:nvPr>
        </p:nvGraphicFramePr>
        <p:xfrm>
          <a:off x="8370723" y="165971"/>
          <a:ext cx="22813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8">
                  <a:extLst>
                    <a:ext uri="{9D8B030D-6E8A-4147-A177-3AD203B41FA5}">
                      <a16:colId xmlns:a16="http://schemas.microsoft.com/office/drawing/2014/main" val="1354924950"/>
                    </a:ext>
                  </a:extLst>
                </a:gridCol>
                <a:gridCol w="570346">
                  <a:extLst>
                    <a:ext uri="{9D8B030D-6E8A-4147-A177-3AD203B41FA5}">
                      <a16:colId xmlns:a16="http://schemas.microsoft.com/office/drawing/2014/main" val="3471555624"/>
                    </a:ext>
                  </a:extLst>
                </a:gridCol>
              </a:tblGrid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깊이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1</a:t>
                      </a:r>
                      <a:endParaRPr lang="ko-KR" altLang="en-US" b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87282613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상호작용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317849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변화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863785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변수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523282"/>
                  </a:ext>
                </a:extLst>
              </a:tr>
            </a:tbl>
          </a:graphicData>
        </a:graphic>
      </p:graphicFrame>
      <p:graphicFrame>
        <p:nvGraphicFramePr>
          <p:cNvPr id="19" name="표 19">
            <a:extLst>
              <a:ext uri="{FF2B5EF4-FFF2-40B4-BE49-F238E27FC236}">
                <a16:creationId xmlns:a16="http://schemas.microsoft.com/office/drawing/2014/main" id="{4A115D44-1592-49DB-AAD6-CFD959E247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3675435"/>
              </p:ext>
            </p:extLst>
          </p:nvPr>
        </p:nvGraphicFramePr>
        <p:xfrm>
          <a:off x="8069053" y="1815302"/>
          <a:ext cx="3014653" cy="1341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07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183546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타이틀 에피소드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상호작용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버튼 클릭 시 하이라이트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좌우 버튼을 이용해 지도와 타이틀 변경</a:t>
                      </a:r>
                      <a:r>
                        <a:rPr lang="en-US" altLang="ko-KR" sz="1200" dirty="0"/>
                        <a:t>. </a:t>
                      </a:r>
                      <a:r>
                        <a:rPr lang="ko-KR" altLang="en-US" sz="1200" dirty="0"/>
                        <a:t>최소 스테이지는 좌측 버튼 비활성화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하단 버튼을 이용해 숨기기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30" name="직사각형 29">
            <a:extLst>
              <a:ext uri="{FF2B5EF4-FFF2-40B4-BE49-F238E27FC236}">
                <a16:creationId xmlns:a16="http://schemas.microsoft.com/office/drawing/2014/main" id="{A58B93BC-3460-45EB-B302-714887784097}"/>
              </a:ext>
            </a:extLst>
          </p:cNvPr>
          <p:cNvSpPr/>
          <p:nvPr/>
        </p:nvSpPr>
        <p:spPr>
          <a:xfrm>
            <a:off x="4782124" y="2512286"/>
            <a:ext cx="1158759" cy="453238"/>
          </a:xfrm>
          <a:prstGeom prst="rect">
            <a:avLst/>
          </a:prstGeom>
          <a:solidFill>
            <a:srgbClr val="49883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스테이지</a:t>
            </a:r>
          </a:p>
        </p:txBody>
      </p:sp>
      <p:cxnSp>
        <p:nvCxnSpPr>
          <p:cNvPr id="33" name="연결선: 꺾임 32">
            <a:extLst>
              <a:ext uri="{FF2B5EF4-FFF2-40B4-BE49-F238E27FC236}">
                <a16:creationId xmlns:a16="http://schemas.microsoft.com/office/drawing/2014/main" id="{5A2711FF-0E7D-41FC-A352-2D98085DDF13}"/>
              </a:ext>
            </a:extLst>
          </p:cNvPr>
          <p:cNvCxnSpPr>
            <a:cxnSpLocks/>
          </p:cNvCxnSpPr>
          <p:nvPr/>
        </p:nvCxnSpPr>
        <p:spPr>
          <a:xfrm rot="10800000">
            <a:off x="2220686" y="2635024"/>
            <a:ext cx="2561438" cy="120211"/>
          </a:xfrm>
          <a:prstGeom prst="bentConnector3">
            <a:avLst>
              <a:gd name="adj1" fmla="val 16123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1" name="표 19">
            <a:extLst>
              <a:ext uri="{FF2B5EF4-FFF2-40B4-BE49-F238E27FC236}">
                <a16:creationId xmlns:a16="http://schemas.microsoft.com/office/drawing/2014/main" id="{40BDB7CB-8470-48C9-9059-7932320891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8687186"/>
              </p:ext>
            </p:extLst>
          </p:nvPr>
        </p:nvGraphicFramePr>
        <p:xfrm>
          <a:off x="8073658" y="5225017"/>
          <a:ext cx="3014653" cy="97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클리어 기록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변수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도달 스테이지는 </a:t>
                      </a:r>
                      <a:r>
                        <a:rPr lang="en-US" altLang="ko-KR" sz="1200" dirty="0"/>
                        <a:t>0.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클리어 스테이지는 최소 </a:t>
                      </a:r>
                      <a:r>
                        <a:rPr lang="en-US" altLang="ko-KR" sz="1200" dirty="0"/>
                        <a:t>1</a:t>
                      </a:r>
                      <a:r>
                        <a:rPr lang="ko-KR" altLang="en-US" sz="1200" dirty="0"/>
                        <a:t>에서 조건에 따라 최대 </a:t>
                      </a:r>
                      <a:r>
                        <a:rPr lang="en-US" altLang="ko-KR" sz="1200" dirty="0"/>
                        <a:t>3.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graphicFrame>
        <p:nvGraphicFramePr>
          <p:cNvPr id="42" name="표 19">
            <a:extLst>
              <a:ext uri="{FF2B5EF4-FFF2-40B4-BE49-F238E27FC236}">
                <a16:creationId xmlns:a16="http://schemas.microsoft.com/office/drawing/2014/main" id="{1BE5CA10-68AA-484C-BE29-8C6794F815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0019902"/>
              </p:ext>
            </p:extLst>
          </p:nvPr>
        </p:nvGraphicFramePr>
        <p:xfrm>
          <a:off x="8063147" y="3380313"/>
          <a:ext cx="3014653" cy="1615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5867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198786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스테이지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상호작용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마우스를 올리면 하이라이트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클릭 시 선택</a:t>
                      </a:r>
                      <a:r>
                        <a:rPr lang="en-US" altLang="ko-KR" sz="1200" dirty="0"/>
                        <a:t>. </a:t>
                      </a:r>
                      <a:r>
                        <a:rPr lang="ko-KR" altLang="en-US" sz="1200" dirty="0"/>
                        <a:t>선택 시 이미지 변경</a:t>
                      </a:r>
                      <a:r>
                        <a:rPr lang="en-US" altLang="ko-KR" sz="1200" dirty="0"/>
                        <a:t>. </a:t>
                      </a:r>
                      <a:r>
                        <a:rPr lang="ko-KR" altLang="en-US" sz="1200" u="sng" dirty="0"/>
                        <a:t>깊이 </a:t>
                      </a:r>
                      <a:r>
                        <a:rPr lang="en-US" altLang="ko-KR" sz="1200" u="sng" dirty="0"/>
                        <a:t>2</a:t>
                      </a:r>
                      <a:r>
                        <a:rPr lang="ko-KR" altLang="en-US" sz="1200" dirty="0"/>
                        <a:t>로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변수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1200" dirty="0"/>
                        <a:t>Index</a:t>
                      </a:r>
                      <a:r>
                        <a:rPr lang="ko-KR" altLang="en-US" sz="1200" dirty="0"/>
                        <a:t>가 도달 스테이지보다 크면 상호작용 불가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689340407"/>
                  </a:ext>
                </a:extLst>
              </a:tr>
            </a:tbl>
          </a:graphicData>
        </a:graphic>
      </p:graphicFrame>
      <p:sp>
        <p:nvSpPr>
          <p:cNvPr id="45" name="타원 44">
            <a:extLst>
              <a:ext uri="{FF2B5EF4-FFF2-40B4-BE49-F238E27FC236}">
                <a16:creationId xmlns:a16="http://schemas.microsoft.com/office/drawing/2014/main" id="{817E2A97-3BD5-433A-B763-E3251A3320EA}"/>
              </a:ext>
            </a:extLst>
          </p:cNvPr>
          <p:cNvSpPr/>
          <p:nvPr/>
        </p:nvSpPr>
        <p:spPr>
          <a:xfrm>
            <a:off x="4789608" y="577512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A28650FE-1BE3-413E-A46C-85CFDE115A31}"/>
              </a:ext>
            </a:extLst>
          </p:cNvPr>
          <p:cNvSpPr/>
          <p:nvPr/>
        </p:nvSpPr>
        <p:spPr>
          <a:xfrm>
            <a:off x="7950221" y="170184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2C9E50F6-62A9-4532-A84D-7760601831AB}"/>
              </a:ext>
            </a:extLst>
          </p:cNvPr>
          <p:cNvSpPr/>
          <p:nvPr/>
        </p:nvSpPr>
        <p:spPr>
          <a:xfrm>
            <a:off x="4663294" y="2397363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2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BDE09F0C-0CE8-41F7-9D1C-262E7BA9EB89}"/>
              </a:ext>
            </a:extLst>
          </p:cNvPr>
          <p:cNvSpPr/>
          <p:nvPr/>
        </p:nvSpPr>
        <p:spPr>
          <a:xfrm>
            <a:off x="7950221" y="3269879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2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7CA313AF-94E4-4392-ABD2-90AC2AB7404B}"/>
              </a:ext>
            </a:extLst>
          </p:cNvPr>
          <p:cNvSpPr/>
          <p:nvPr/>
        </p:nvSpPr>
        <p:spPr>
          <a:xfrm>
            <a:off x="4637258" y="1646260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3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EC21EA34-F658-4B05-A143-366D2A0BF338}"/>
              </a:ext>
            </a:extLst>
          </p:cNvPr>
          <p:cNvSpPr/>
          <p:nvPr/>
        </p:nvSpPr>
        <p:spPr>
          <a:xfrm>
            <a:off x="7952037" y="5106187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3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14650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개체 틀 11">
            <a:extLst>
              <a:ext uri="{FF2B5EF4-FFF2-40B4-BE49-F238E27FC236}">
                <a16:creationId xmlns:a16="http://schemas.microsoft.com/office/drawing/2014/main" id="{0239F70A-02D7-442A-BB09-891E064503F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5966" r="840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2454" t="24444" r="17843" b="20301"/>
          <a:stretch/>
        </p:blipFill>
        <p:spPr>
          <a:xfrm>
            <a:off x="1011327" y="873481"/>
            <a:ext cx="3309938" cy="4593869"/>
          </a:xfrm>
          <a:prstGeom prst="rect">
            <a:avLst/>
          </a:prstGeo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9" name="직사각형 28">
            <a:extLst>
              <a:ext uri="{FF2B5EF4-FFF2-40B4-BE49-F238E27FC236}">
                <a16:creationId xmlns:a16="http://schemas.microsoft.com/office/drawing/2014/main" id="{61D2A8B7-7AA5-4362-8BE1-668965E2583B}"/>
              </a:ext>
            </a:extLst>
          </p:cNvPr>
          <p:cNvSpPr/>
          <p:nvPr/>
        </p:nvSpPr>
        <p:spPr>
          <a:xfrm>
            <a:off x="4908438" y="698136"/>
            <a:ext cx="1855052" cy="453238"/>
          </a:xfrm>
          <a:prstGeom prst="rect">
            <a:avLst/>
          </a:prstGeom>
          <a:solidFill>
            <a:srgbClr val="49883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타이틀 에피소드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0595CBA-CB3E-4A7F-98FF-343060FCFDB1}"/>
              </a:ext>
            </a:extLst>
          </p:cNvPr>
          <p:cNvSpPr/>
          <p:nvPr/>
        </p:nvSpPr>
        <p:spPr>
          <a:xfrm>
            <a:off x="7560503" y="0"/>
            <a:ext cx="3901824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8A105A-C0B8-4A06-A334-959E224AD884}"/>
              </a:ext>
            </a:extLst>
          </p:cNvPr>
          <p:cNvSpPr/>
          <p:nvPr/>
        </p:nvSpPr>
        <p:spPr>
          <a:xfrm>
            <a:off x="1103689" y="1009651"/>
            <a:ext cx="3112655" cy="4329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ㅇㅇㅇ</a:t>
            </a:r>
            <a:endParaRPr lang="ko-KR" altLang="en-US" dirty="0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FBDF28BF-8622-43EE-ACC8-45DAB362B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6693" y="1022835"/>
            <a:ext cx="2429700" cy="4308021"/>
          </a:xfrm>
          <a:prstGeom prst="rect">
            <a:avLst/>
          </a:prstGeom>
        </p:spPr>
      </p:pic>
      <p:cxnSp>
        <p:nvCxnSpPr>
          <p:cNvPr id="28" name="연결선: 꺾임 27">
            <a:extLst>
              <a:ext uri="{FF2B5EF4-FFF2-40B4-BE49-F238E27FC236}">
                <a16:creationId xmlns:a16="http://schemas.microsoft.com/office/drawing/2014/main" id="{D7694B79-9D9E-498D-8948-7C4B2A353650}"/>
              </a:ext>
            </a:extLst>
          </p:cNvPr>
          <p:cNvCxnSpPr>
            <a:cxnSpLocks/>
          </p:cNvCxnSpPr>
          <p:nvPr/>
        </p:nvCxnSpPr>
        <p:spPr>
          <a:xfrm rot="10800000" flipV="1">
            <a:off x="3836394" y="960657"/>
            <a:ext cx="1064563" cy="66835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E004457C-BC16-4C09-A3C8-B08FAE1043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874118"/>
              </p:ext>
            </p:extLst>
          </p:nvPr>
        </p:nvGraphicFramePr>
        <p:xfrm>
          <a:off x="8370723" y="165971"/>
          <a:ext cx="22813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8">
                  <a:extLst>
                    <a:ext uri="{9D8B030D-6E8A-4147-A177-3AD203B41FA5}">
                      <a16:colId xmlns:a16="http://schemas.microsoft.com/office/drawing/2014/main" val="1354924950"/>
                    </a:ext>
                  </a:extLst>
                </a:gridCol>
                <a:gridCol w="570346">
                  <a:extLst>
                    <a:ext uri="{9D8B030D-6E8A-4147-A177-3AD203B41FA5}">
                      <a16:colId xmlns:a16="http://schemas.microsoft.com/office/drawing/2014/main" val="3471555624"/>
                    </a:ext>
                  </a:extLst>
                </a:gridCol>
              </a:tblGrid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깊이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1</a:t>
                      </a:r>
                      <a:endParaRPr lang="ko-KR" altLang="en-US" b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87282613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상호작용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317849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변화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863785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변수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523282"/>
                  </a:ext>
                </a:extLst>
              </a:tr>
            </a:tbl>
          </a:graphicData>
        </a:graphic>
      </p:graphicFrame>
      <p:graphicFrame>
        <p:nvGraphicFramePr>
          <p:cNvPr id="19" name="표 19">
            <a:extLst>
              <a:ext uri="{FF2B5EF4-FFF2-40B4-BE49-F238E27FC236}">
                <a16:creationId xmlns:a16="http://schemas.microsoft.com/office/drawing/2014/main" id="{4A115D44-1592-49DB-AAD6-CFD959E247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889910"/>
              </p:ext>
            </p:extLst>
          </p:nvPr>
        </p:nvGraphicFramePr>
        <p:xfrm>
          <a:off x="8069053" y="1815302"/>
          <a:ext cx="3014653" cy="1158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07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183546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타이틀 에피소드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상호작용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하단 버튼 클릭하여 타이틀 에피소드를 보이도록 할 수 있음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숨기기 상태가 기본값</a:t>
                      </a:r>
                      <a:r>
                        <a:rPr lang="en-US" altLang="ko-KR" sz="12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45" name="타원 44">
            <a:extLst>
              <a:ext uri="{FF2B5EF4-FFF2-40B4-BE49-F238E27FC236}">
                <a16:creationId xmlns:a16="http://schemas.microsoft.com/office/drawing/2014/main" id="{817E2A97-3BD5-433A-B763-E3251A3320EA}"/>
              </a:ext>
            </a:extLst>
          </p:cNvPr>
          <p:cNvSpPr/>
          <p:nvPr/>
        </p:nvSpPr>
        <p:spPr>
          <a:xfrm>
            <a:off x="4789608" y="577512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A28650FE-1BE3-413E-A46C-85CFDE115A31}"/>
              </a:ext>
            </a:extLst>
          </p:cNvPr>
          <p:cNvSpPr/>
          <p:nvPr/>
        </p:nvSpPr>
        <p:spPr>
          <a:xfrm>
            <a:off x="7950221" y="170184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80845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개체 틀 11">
            <a:extLst>
              <a:ext uri="{FF2B5EF4-FFF2-40B4-BE49-F238E27FC236}">
                <a16:creationId xmlns:a16="http://schemas.microsoft.com/office/drawing/2014/main" id="{0239F70A-02D7-442A-BB09-891E064503F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5966" r="840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2454" t="24444" r="17843" b="20301"/>
          <a:stretch/>
        </p:blipFill>
        <p:spPr>
          <a:xfrm>
            <a:off x="1011327" y="873481"/>
            <a:ext cx="3309938" cy="4593869"/>
          </a:xfrm>
          <a:prstGeom prst="rect">
            <a:avLst/>
          </a:prstGeo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9" name="직사각형 28">
            <a:extLst>
              <a:ext uri="{FF2B5EF4-FFF2-40B4-BE49-F238E27FC236}">
                <a16:creationId xmlns:a16="http://schemas.microsoft.com/office/drawing/2014/main" id="{61D2A8B7-7AA5-4362-8BE1-668965E2583B}"/>
              </a:ext>
            </a:extLst>
          </p:cNvPr>
          <p:cNvSpPr/>
          <p:nvPr/>
        </p:nvSpPr>
        <p:spPr>
          <a:xfrm>
            <a:off x="4908438" y="698136"/>
            <a:ext cx="1855052" cy="453238"/>
          </a:xfrm>
          <a:prstGeom prst="rect">
            <a:avLst/>
          </a:prstGeom>
          <a:solidFill>
            <a:srgbClr val="49883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타이틀 에피소드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0595CBA-CB3E-4A7F-98FF-343060FCFDB1}"/>
              </a:ext>
            </a:extLst>
          </p:cNvPr>
          <p:cNvSpPr/>
          <p:nvPr/>
        </p:nvSpPr>
        <p:spPr>
          <a:xfrm>
            <a:off x="7560503" y="0"/>
            <a:ext cx="3901824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8A105A-C0B8-4A06-A334-959E224AD884}"/>
              </a:ext>
            </a:extLst>
          </p:cNvPr>
          <p:cNvSpPr/>
          <p:nvPr/>
        </p:nvSpPr>
        <p:spPr>
          <a:xfrm>
            <a:off x="1103689" y="1009651"/>
            <a:ext cx="3112655" cy="4329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ㅇㅇㅇ</a:t>
            </a:r>
            <a:endParaRPr lang="ko-KR" altLang="en-US" dirty="0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FBDF28BF-8622-43EE-ACC8-45DAB362B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6693" y="1014413"/>
            <a:ext cx="2429700" cy="4324865"/>
          </a:xfrm>
          <a:prstGeom prst="rect">
            <a:avLst/>
          </a:prstGeom>
        </p:spPr>
      </p:pic>
      <p:cxnSp>
        <p:nvCxnSpPr>
          <p:cNvPr id="28" name="연결선: 꺾임 27">
            <a:extLst>
              <a:ext uri="{FF2B5EF4-FFF2-40B4-BE49-F238E27FC236}">
                <a16:creationId xmlns:a16="http://schemas.microsoft.com/office/drawing/2014/main" id="{D7694B79-9D9E-498D-8948-7C4B2A353650}"/>
              </a:ext>
            </a:extLst>
          </p:cNvPr>
          <p:cNvCxnSpPr>
            <a:cxnSpLocks/>
          </p:cNvCxnSpPr>
          <p:nvPr/>
        </p:nvCxnSpPr>
        <p:spPr>
          <a:xfrm rot="10800000" flipV="1">
            <a:off x="3826290" y="960657"/>
            <a:ext cx="1074665" cy="86418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E004457C-BC16-4C09-A3C8-B08FAE1043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5438794"/>
              </p:ext>
            </p:extLst>
          </p:nvPr>
        </p:nvGraphicFramePr>
        <p:xfrm>
          <a:off x="8370723" y="165971"/>
          <a:ext cx="22813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8">
                  <a:extLst>
                    <a:ext uri="{9D8B030D-6E8A-4147-A177-3AD203B41FA5}">
                      <a16:colId xmlns:a16="http://schemas.microsoft.com/office/drawing/2014/main" val="1354924950"/>
                    </a:ext>
                  </a:extLst>
                </a:gridCol>
                <a:gridCol w="570346">
                  <a:extLst>
                    <a:ext uri="{9D8B030D-6E8A-4147-A177-3AD203B41FA5}">
                      <a16:colId xmlns:a16="http://schemas.microsoft.com/office/drawing/2014/main" val="3471555624"/>
                    </a:ext>
                  </a:extLst>
                </a:gridCol>
              </a:tblGrid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깊이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1</a:t>
                      </a:r>
                      <a:endParaRPr lang="ko-KR" altLang="en-US" b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87282613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상호작용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317849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변화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863785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변수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523282"/>
                  </a:ext>
                </a:extLst>
              </a:tr>
            </a:tbl>
          </a:graphicData>
        </a:graphic>
      </p:graphicFrame>
      <p:graphicFrame>
        <p:nvGraphicFramePr>
          <p:cNvPr id="19" name="표 19">
            <a:extLst>
              <a:ext uri="{FF2B5EF4-FFF2-40B4-BE49-F238E27FC236}">
                <a16:creationId xmlns:a16="http://schemas.microsoft.com/office/drawing/2014/main" id="{4A115D44-1592-49DB-AAD6-CFD959E247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5183079"/>
              </p:ext>
            </p:extLst>
          </p:nvPr>
        </p:nvGraphicFramePr>
        <p:xfrm>
          <a:off x="8069053" y="1815302"/>
          <a:ext cx="3014653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07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183546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타이틀 에피소드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상호작용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마지막 스테이지 도달 시 우측 버튼 비활성화</a:t>
                      </a:r>
                      <a:r>
                        <a:rPr lang="en-US" altLang="ko-KR" sz="12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변수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에피소드 변경 시 텍스트 변경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612883038"/>
                  </a:ext>
                </a:extLst>
              </a:tr>
            </a:tbl>
          </a:graphicData>
        </a:graphic>
      </p:graphicFrame>
      <p:graphicFrame>
        <p:nvGraphicFramePr>
          <p:cNvPr id="41" name="표 19">
            <a:extLst>
              <a:ext uri="{FF2B5EF4-FFF2-40B4-BE49-F238E27FC236}">
                <a16:creationId xmlns:a16="http://schemas.microsoft.com/office/drawing/2014/main" id="{40BDB7CB-8470-48C9-9059-7932320891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3366843"/>
              </p:ext>
            </p:extLst>
          </p:nvPr>
        </p:nvGraphicFramePr>
        <p:xfrm>
          <a:off x="8071842" y="3297269"/>
          <a:ext cx="3014653" cy="1432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지도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에피소드의 마지막 스테이지 클리어 시 다음 에피소드 첫 스테이지 개방</a:t>
                      </a:r>
                      <a:r>
                        <a:rPr lang="en-US" altLang="ko-KR" sz="12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dirty="0"/>
                        <a:t>변수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에피소드 </a:t>
                      </a:r>
                      <a:r>
                        <a:rPr lang="en-US" altLang="ko-KR" sz="1200" dirty="0"/>
                        <a:t>index</a:t>
                      </a:r>
                      <a:r>
                        <a:rPr lang="ko-KR" altLang="en-US" sz="1200" dirty="0"/>
                        <a:t>에 맞춰 지도 이미지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도달 스테이지 검사</a:t>
                      </a:r>
                      <a:endParaRPr lang="en-US" altLang="ko-KR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013350297"/>
                  </a:ext>
                </a:extLst>
              </a:tr>
            </a:tbl>
          </a:graphicData>
        </a:graphic>
      </p:graphicFrame>
      <p:sp>
        <p:nvSpPr>
          <p:cNvPr id="45" name="타원 44">
            <a:extLst>
              <a:ext uri="{FF2B5EF4-FFF2-40B4-BE49-F238E27FC236}">
                <a16:creationId xmlns:a16="http://schemas.microsoft.com/office/drawing/2014/main" id="{817E2A97-3BD5-433A-B763-E3251A3320EA}"/>
              </a:ext>
            </a:extLst>
          </p:cNvPr>
          <p:cNvSpPr/>
          <p:nvPr/>
        </p:nvSpPr>
        <p:spPr>
          <a:xfrm>
            <a:off x="4789608" y="577512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A28650FE-1BE3-413E-A46C-85CFDE115A31}"/>
              </a:ext>
            </a:extLst>
          </p:cNvPr>
          <p:cNvSpPr/>
          <p:nvPr/>
        </p:nvSpPr>
        <p:spPr>
          <a:xfrm>
            <a:off x="7950221" y="170184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EC21EA34-F658-4B05-A143-366D2A0BF338}"/>
              </a:ext>
            </a:extLst>
          </p:cNvPr>
          <p:cNvSpPr/>
          <p:nvPr/>
        </p:nvSpPr>
        <p:spPr>
          <a:xfrm>
            <a:off x="7950221" y="3178439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4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077945D2-D198-4A1D-A72E-D531072F94C4}"/>
              </a:ext>
            </a:extLst>
          </p:cNvPr>
          <p:cNvSpPr/>
          <p:nvPr/>
        </p:nvSpPr>
        <p:spPr>
          <a:xfrm>
            <a:off x="4999448" y="3393789"/>
            <a:ext cx="656780" cy="453238"/>
          </a:xfrm>
          <a:prstGeom prst="rect">
            <a:avLst/>
          </a:prstGeom>
          <a:solidFill>
            <a:srgbClr val="49883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지도</a:t>
            </a:r>
          </a:p>
        </p:txBody>
      </p:sp>
      <p:cxnSp>
        <p:nvCxnSpPr>
          <p:cNvPr id="49" name="연결선: 꺾임 48">
            <a:extLst>
              <a:ext uri="{FF2B5EF4-FFF2-40B4-BE49-F238E27FC236}">
                <a16:creationId xmlns:a16="http://schemas.microsoft.com/office/drawing/2014/main" id="{3B3EA5AE-9FD8-4C0B-81D3-E2AE3234F1AA}"/>
              </a:ext>
            </a:extLst>
          </p:cNvPr>
          <p:cNvCxnSpPr>
            <a:cxnSpLocks/>
          </p:cNvCxnSpPr>
          <p:nvPr/>
        </p:nvCxnSpPr>
        <p:spPr>
          <a:xfrm rot="10800000">
            <a:off x="3836394" y="3101162"/>
            <a:ext cx="1155573" cy="55514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타원 56">
            <a:extLst>
              <a:ext uri="{FF2B5EF4-FFF2-40B4-BE49-F238E27FC236}">
                <a16:creationId xmlns:a16="http://schemas.microsoft.com/office/drawing/2014/main" id="{BE636599-4990-48EE-996C-25669E5B0006}"/>
              </a:ext>
            </a:extLst>
          </p:cNvPr>
          <p:cNvSpPr/>
          <p:nvPr/>
        </p:nvSpPr>
        <p:spPr>
          <a:xfrm>
            <a:off x="4880618" y="327316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4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315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개체 틀 11">
            <a:extLst>
              <a:ext uri="{FF2B5EF4-FFF2-40B4-BE49-F238E27FC236}">
                <a16:creationId xmlns:a16="http://schemas.microsoft.com/office/drawing/2014/main" id="{0239F70A-02D7-442A-BB09-891E064503F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5966" r="840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2454" t="24444" r="17843" b="20301"/>
          <a:stretch/>
        </p:blipFill>
        <p:spPr>
          <a:xfrm>
            <a:off x="1011327" y="873481"/>
            <a:ext cx="3309938" cy="4593869"/>
          </a:xfrm>
          <a:prstGeom prst="rect">
            <a:avLst/>
          </a:prstGeo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7" name="직사각형 26">
            <a:extLst>
              <a:ext uri="{FF2B5EF4-FFF2-40B4-BE49-F238E27FC236}">
                <a16:creationId xmlns:a16="http://schemas.microsoft.com/office/drawing/2014/main" id="{3FC921AA-7305-4E9E-B85A-8C54C55838FB}"/>
              </a:ext>
            </a:extLst>
          </p:cNvPr>
          <p:cNvSpPr/>
          <p:nvPr/>
        </p:nvSpPr>
        <p:spPr>
          <a:xfrm>
            <a:off x="5005114" y="2059853"/>
            <a:ext cx="1469452" cy="453238"/>
          </a:xfrm>
          <a:prstGeom prst="rect">
            <a:avLst/>
          </a:prstGeom>
          <a:solidFill>
            <a:srgbClr val="498830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나가기 버튼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0595CBA-CB3E-4A7F-98FF-343060FCFDB1}"/>
              </a:ext>
            </a:extLst>
          </p:cNvPr>
          <p:cNvSpPr/>
          <p:nvPr/>
        </p:nvSpPr>
        <p:spPr>
          <a:xfrm>
            <a:off x="7560503" y="0"/>
            <a:ext cx="3901824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8A105A-C0B8-4A06-A334-959E224AD884}"/>
              </a:ext>
            </a:extLst>
          </p:cNvPr>
          <p:cNvSpPr/>
          <p:nvPr/>
        </p:nvSpPr>
        <p:spPr>
          <a:xfrm>
            <a:off x="1103689" y="1009651"/>
            <a:ext cx="3112655" cy="4329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FBDF28BF-8622-43EE-ACC8-45DAB362B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9181" y="1024893"/>
            <a:ext cx="2431064" cy="4315138"/>
          </a:xfrm>
          <a:prstGeom prst="rect">
            <a:avLst/>
          </a:prstGeom>
        </p:spPr>
      </p:pic>
      <p:cxnSp>
        <p:nvCxnSpPr>
          <p:cNvPr id="21" name="연결선: 꺾임 20">
            <a:extLst>
              <a:ext uri="{FF2B5EF4-FFF2-40B4-BE49-F238E27FC236}">
                <a16:creationId xmlns:a16="http://schemas.microsoft.com/office/drawing/2014/main" id="{2A27AC06-75BB-4951-A1D7-0873E3861745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19537" y="2306959"/>
            <a:ext cx="1776433" cy="531581"/>
          </a:xfrm>
          <a:prstGeom prst="bentConnector3">
            <a:avLst>
              <a:gd name="adj1" fmla="val 10967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E004457C-BC16-4C09-A3C8-B08FAE1043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8057424"/>
              </p:ext>
            </p:extLst>
          </p:nvPr>
        </p:nvGraphicFramePr>
        <p:xfrm>
          <a:off x="8370723" y="165971"/>
          <a:ext cx="22813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8">
                  <a:extLst>
                    <a:ext uri="{9D8B030D-6E8A-4147-A177-3AD203B41FA5}">
                      <a16:colId xmlns:a16="http://schemas.microsoft.com/office/drawing/2014/main" val="1354924950"/>
                    </a:ext>
                  </a:extLst>
                </a:gridCol>
                <a:gridCol w="570346">
                  <a:extLst>
                    <a:ext uri="{9D8B030D-6E8A-4147-A177-3AD203B41FA5}">
                      <a16:colId xmlns:a16="http://schemas.microsoft.com/office/drawing/2014/main" val="3471555624"/>
                    </a:ext>
                  </a:extLst>
                </a:gridCol>
              </a:tblGrid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깊이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2</a:t>
                      </a:r>
                      <a:endParaRPr lang="ko-KR" altLang="en-US" b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87282613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상호작용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5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317849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변화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863785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변수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523282"/>
                  </a:ext>
                </a:extLst>
              </a:tr>
            </a:tbl>
          </a:graphicData>
        </a:graphic>
      </p:graphicFrame>
      <p:graphicFrame>
        <p:nvGraphicFramePr>
          <p:cNvPr id="19" name="표 19">
            <a:extLst>
              <a:ext uri="{FF2B5EF4-FFF2-40B4-BE49-F238E27FC236}">
                <a16:creationId xmlns:a16="http://schemas.microsoft.com/office/drawing/2014/main" id="{4A115D44-1592-49DB-AAD6-CFD959E247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7209266"/>
              </p:ext>
            </p:extLst>
          </p:nvPr>
        </p:nvGraphicFramePr>
        <p:xfrm>
          <a:off x="8069053" y="1815302"/>
          <a:ext cx="3014653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07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183546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외부 화면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상호작용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외부 화면 상호작용 불가</a:t>
                      </a:r>
                      <a:r>
                        <a:rPr lang="en-US" altLang="ko-KR" sz="12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30" name="직사각형 29">
            <a:extLst>
              <a:ext uri="{FF2B5EF4-FFF2-40B4-BE49-F238E27FC236}">
                <a16:creationId xmlns:a16="http://schemas.microsoft.com/office/drawing/2014/main" id="{A58B93BC-3460-45EB-B302-714887784097}"/>
              </a:ext>
            </a:extLst>
          </p:cNvPr>
          <p:cNvSpPr/>
          <p:nvPr/>
        </p:nvSpPr>
        <p:spPr>
          <a:xfrm>
            <a:off x="5306993" y="3116398"/>
            <a:ext cx="1393495" cy="453238"/>
          </a:xfrm>
          <a:prstGeom prst="rect">
            <a:avLst/>
          </a:prstGeom>
          <a:solidFill>
            <a:srgbClr val="498830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/>
              <a:t>몬스터 정보</a:t>
            </a:r>
            <a:endParaRPr lang="ko-KR" altLang="en-US" dirty="0"/>
          </a:p>
        </p:txBody>
      </p:sp>
      <p:cxnSp>
        <p:nvCxnSpPr>
          <p:cNvPr id="33" name="연결선: 꺾임 32">
            <a:extLst>
              <a:ext uri="{FF2B5EF4-FFF2-40B4-BE49-F238E27FC236}">
                <a16:creationId xmlns:a16="http://schemas.microsoft.com/office/drawing/2014/main" id="{5A2711FF-0E7D-41FC-A352-2D98085DDF13}"/>
              </a:ext>
            </a:extLst>
          </p:cNvPr>
          <p:cNvCxnSpPr>
            <a:cxnSpLocks/>
          </p:cNvCxnSpPr>
          <p:nvPr/>
        </p:nvCxnSpPr>
        <p:spPr>
          <a:xfrm rot="10800000">
            <a:off x="2416493" y="3124346"/>
            <a:ext cx="2890500" cy="235003"/>
          </a:xfrm>
          <a:prstGeom prst="bentConnector3">
            <a:avLst>
              <a:gd name="adj1" fmla="val 9929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2" name="표 19">
            <a:extLst>
              <a:ext uri="{FF2B5EF4-FFF2-40B4-BE49-F238E27FC236}">
                <a16:creationId xmlns:a16="http://schemas.microsoft.com/office/drawing/2014/main" id="{1BE5CA10-68AA-484C-BE29-8C6794F815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597152"/>
              </p:ext>
            </p:extLst>
          </p:nvPr>
        </p:nvGraphicFramePr>
        <p:xfrm>
          <a:off x="8063147" y="2579729"/>
          <a:ext cx="3014653" cy="79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5867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198786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나가기 버튼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상호작용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클릭 시 스테이지 선택 해제 및 </a:t>
                      </a:r>
                      <a:r>
                        <a:rPr lang="ko-KR" altLang="en-US" sz="1200" u="sng" dirty="0"/>
                        <a:t>깊이 </a:t>
                      </a:r>
                      <a:r>
                        <a:rPr lang="en-US" altLang="ko-KR" sz="1200" u="sng" dirty="0"/>
                        <a:t>1</a:t>
                      </a:r>
                      <a:r>
                        <a:rPr lang="ko-KR" altLang="en-US" sz="1200" dirty="0"/>
                        <a:t>로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50" name="타원 49">
            <a:extLst>
              <a:ext uri="{FF2B5EF4-FFF2-40B4-BE49-F238E27FC236}">
                <a16:creationId xmlns:a16="http://schemas.microsoft.com/office/drawing/2014/main" id="{A28650FE-1BE3-413E-A46C-85CFDE115A31}"/>
              </a:ext>
            </a:extLst>
          </p:cNvPr>
          <p:cNvSpPr/>
          <p:nvPr/>
        </p:nvSpPr>
        <p:spPr>
          <a:xfrm>
            <a:off x="7950221" y="170184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2C9E50F6-62A9-4532-A84D-7760601831AB}"/>
              </a:ext>
            </a:extLst>
          </p:cNvPr>
          <p:cNvSpPr/>
          <p:nvPr/>
        </p:nvSpPr>
        <p:spPr>
          <a:xfrm>
            <a:off x="5188163" y="300147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3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BDE09F0C-0CE8-41F7-9D1C-262E7BA9EB89}"/>
              </a:ext>
            </a:extLst>
          </p:cNvPr>
          <p:cNvSpPr/>
          <p:nvPr/>
        </p:nvSpPr>
        <p:spPr>
          <a:xfrm>
            <a:off x="7950221" y="246929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2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7CA313AF-94E4-4392-ABD2-90AC2AB7404B}"/>
              </a:ext>
            </a:extLst>
          </p:cNvPr>
          <p:cNvSpPr/>
          <p:nvPr/>
        </p:nvSpPr>
        <p:spPr>
          <a:xfrm>
            <a:off x="4886284" y="1949086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2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2426DFE9-050A-4736-AF10-33C5291AF574}"/>
              </a:ext>
            </a:extLst>
          </p:cNvPr>
          <p:cNvSpPr/>
          <p:nvPr/>
        </p:nvSpPr>
        <p:spPr>
          <a:xfrm>
            <a:off x="5062450" y="3899672"/>
            <a:ext cx="1158759" cy="453238"/>
          </a:xfrm>
          <a:prstGeom prst="rect">
            <a:avLst/>
          </a:prstGeom>
          <a:solidFill>
            <a:srgbClr val="498830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스크롤바</a:t>
            </a:r>
          </a:p>
        </p:txBody>
      </p:sp>
      <p:cxnSp>
        <p:nvCxnSpPr>
          <p:cNvPr id="35" name="연결선: 꺾임 34">
            <a:extLst>
              <a:ext uri="{FF2B5EF4-FFF2-40B4-BE49-F238E27FC236}">
                <a16:creationId xmlns:a16="http://schemas.microsoft.com/office/drawing/2014/main" id="{03912E28-71E7-4840-AB30-B1D029A2C7D6}"/>
              </a:ext>
            </a:extLst>
          </p:cNvPr>
          <p:cNvCxnSpPr>
            <a:cxnSpLocks/>
          </p:cNvCxnSpPr>
          <p:nvPr/>
        </p:nvCxnSpPr>
        <p:spPr>
          <a:xfrm rot="10800000">
            <a:off x="2471202" y="3358836"/>
            <a:ext cx="2591253" cy="783791"/>
          </a:xfrm>
          <a:prstGeom prst="bentConnector3">
            <a:avLst>
              <a:gd name="adj1" fmla="val 11771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타원 35">
            <a:extLst>
              <a:ext uri="{FF2B5EF4-FFF2-40B4-BE49-F238E27FC236}">
                <a16:creationId xmlns:a16="http://schemas.microsoft.com/office/drawing/2014/main" id="{26142435-8557-4BCB-95B3-2D727366D677}"/>
              </a:ext>
            </a:extLst>
          </p:cNvPr>
          <p:cNvSpPr/>
          <p:nvPr/>
        </p:nvSpPr>
        <p:spPr>
          <a:xfrm>
            <a:off x="4943620" y="3784749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4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056F3555-D676-4299-BE2C-07F91315657E}"/>
              </a:ext>
            </a:extLst>
          </p:cNvPr>
          <p:cNvSpPr/>
          <p:nvPr/>
        </p:nvSpPr>
        <p:spPr>
          <a:xfrm>
            <a:off x="4796796" y="4744862"/>
            <a:ext cx="1299204" cy="453238"/>
          </a:xfrm>
          <a:prstGeom prst="rect">
            <a:avLst/>
          </a:prstGeom>
          <a:solidFill>
            <a:srgbClr val="498830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/>
              <a:t>시작 버튼</a:t>
            </a:r>
            <a:endParaRPr lang="ko-KR" altLang="en-US" dirty="0"/>
          </a:p>
        </p:txBody>
      </p:sp>
      <p:cxnSp>
        <p:nvCxnSpPr>
          <p:cNvPr id="38" name="연결선: 꺾임 37">
            <a:extLst>
              <a:ext uri="{FF2B5EF4-FFF2-40B4-BE49-F238E27FC236}">
                <a16:creationId xmlns:a16="http://schemas.microsoft.com/office/drawing/2014/main" id="{063F7419-9CF1-4C87-B560-02A0FEB87CE1}"/>
              </a:ext>
            </a:extLst>
          </p:cNvPr>
          <p:cNvCxnSpPr>
            <a:cxnSpLocks/>
          </p:cNvCxnSpPr>
          <p:nvPr/>
        </p:nvCxnSpPr>
        <p:spPr>
          <a:xfrm rot="10800000">
            <a:off x="3236492" y="3566056"/>
            <a:ext cx="1560309" cy="1421760"/>
          </a:xfrm>
          <a:prstGeom prst="bentConnector3">
            <a:avLst>
              <a:gd name="adj1" fmla="val 2509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타원 38">
            <a:extLst>
              <a:ext uri="{FF2B5EF4-FFF2-40B4-BE49-F238E27FC236}">
                <a16:creationId xmlns:a16="http://schemas.microsoft.com/office/drawing/2014/main" id="{001AA6B9-8736-4B50-8F30-60E8AB40803D}"/>
              </a:ext>
            </a:extLst>
          </p:cNvPr>
          <p:cNvSpPr/>
          <p:nvPr/>
        </p:nvSpPr>
        <p:spPr>
          <a:xfrm>
            <a:off x="4677966" y="4629939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5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9FBE1357-1B95-466E-A0DC-66054FD35255}"/>
              </a:ext>
            </a:extLst>
          </p:cNvPr>
          <p:cNvSpPr/>
          <p:nvPr/>
        </p:nvSpPr>
        <p:spPr>
          <a:xfrm>
            <a:off x="5019543" y="1266092"/>
            <a:ext cx="1170155" cy="453238"/>
          </a:xfrm>
          <a:prstGeom prst="rect">
            <a:avLst/>
          </a:prstGeom>
          <a:solidFill>
            <a:srgbClr val="498830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/>
              <a:t>외부 화면</a:t>
            </a:r>
            <a:endParaRPr lang="ko-KR" altLang="en-US" dirty="0"/>
          </a:p>
        </p:txBody>
      </p:sp>
      <p:cxnSp>
        <p:nvCxnSpPr>
          <p:cNvPr id="46" name="연결선: 꺾임 45">
            <a:extLst>
              <a:ext uri="{FF2B5EF4-FFF2-40B4-BE49-F238E27FC236}">
                <a16:creationId xmlns:a16="http://schemas.microsoft.com/office/drawing/2014/main" id="{67BDDEA7-E33A-4546-9FA9-59B6CC4BEA7F}"/>
              </a:ext>
            </a:extLst>
          </p:cNvPr>
          <p:cNvCxnSpPr>
            <a:cxnSpLocks/>
          </p:cNvCxnSpPr>
          <p:nvPr/>
        </p:nvCxnSpPr>
        <p:spPr>
          <a:xfrm rot="10800000" flipV="1">
            <a:off x="3840246" y="1513198"/>
            <a:ext cx="1170155" cy="673548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타원 46">
            <a:extLst>
              <a:ext uri="{FF2B5EF4-FFF2-40B4-BE49-F238E27FC236}">
                <a16:creationId xmlns:a16="http://schemas.microsoft.com/office/drawing/2014/main" id="{B025FBCB-2F71-4356-A5AC-828695D3D2FE}"/>
              </a:ext>
            </a:extLst>
          </p:cNvPr>
          <p:cNvSpPr/>
          <p:nvPr/>
        </p:nvSpPr>
        <p:spPr>
          <a:xfrm>
            <a:off x="4900713" y="115532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55" name="표 19">
            <a:extLst>
              <a:ext uri="{FF2B5EF4-FFF2-40B4-BE49-F238E27FC236}">
                <a16:creationId xmlns:a16="http://schemas.microsoft.com/office/drawing/2014/main" id="{30C90A5E-EC93-47FB-BE5E-83DEFC42BA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1566992"/>
              </p:ext>
            </p:extLst>
          </p:nvPr>
        </p:nvGraphicFramePr>
        <p:xfrm>
          <a:off x="8063147" y="3524436"/>
          <a:ext cx="3014653" cy="1432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5867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198786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몬스터 정보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상호작용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드래그 앤 드롭으로 스크롤바 이동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변수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스테이지 몬스터마다 이름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초상화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등급을 포함한 </a:t>
                      </a:r>
                      <a:r>
                        <a:rPr lang="en-US" altLang="ko-KR" sz="1200" dirty="0"/>
                        <a:t>UI </a:t>
                      </a:r>
                      <a:r>
                        <a:rPr lang="ko-KR" altLang="en-US" sz="1200" dirty="0"/>
                        <a:t>출력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677248206"/>
                  </a:ext>
                </a:extLst>
              </a:tr>
            </a:tbl>
          </a:graphicData>
        </a:graphic>
      </p:graphicFrame>
      <p:sp>
        <p:nvSpPr>
          <p:cNvPr id="56" name="타원 55">
            <a:extLst>
              <a:ext uri="{FF2B5EF4-FFF2-40B4-BE49-F238E27FC236}">
                <a16:creationId xmlns:a16="http://schemas.microsoft.com/office/drawing/2014/main" id="{EFE62B2B-9ADD-497B-A410-D02F59AF0815}"/>
              </a:ext>
            </a:extLst>
          </p:cNvPr>
          <p:cNvSpPr/>
          <p:nvPr/>
        </p:nvSpPr>
        <p:spPr>
          <a:xfrm>
            <a:off x="7950221" y="3414002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3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57" name="표 19">
            <a:extLst>
              <a:ext uri="{FF2B5EF4-FFF2-40B4-BE49-F238E27FC236}">
                <a16:creationId xmlns:a16="http://schemas.microsoft.com/office/drawing/2014/main" id="{D8084AA0-6290-4282-AD01-14F0A29392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1529799"/>
              </p:ext>
            </p:extLst>
          </p:nvPr>
        </p:nvGraphicFramePr>
        <p:xfrm>
          <a:off x="8063146" y="5115018"/>
          <a:ext cx="3014653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5867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198786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스크롤바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상호작용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드래그 앤 드롭으로 이동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54" name="타원 53">
            <a:extLst>
              <a:ext uri="{FF2B5EF4-FFF2-40B4-BE49-F238E27FC236}">
                <a16:creationId xmlns:a16="http://schemas.microsoft.com/office/drawing/2014/main" id="{EC21EA34-F658-4B05-A143-366D2A0BF338}"/>
              </a:ext>
            </a:extLst>
          </p:cNvPr>
          <p:cNvSpPr/>
          <p:nvPr/>
        </p:nvSpPr>
        <p:spPr>
          <a:xfrm>
            <a:off x="7944317" y="4994678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4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58" name="표 19">
            <a:extLst>
              <a:ext uri="{FF2B5EF4-FFF2-40B4-BE49-F238E27FC236}">
                <a16:creationId xmlns:a16="http://schemas.microsoft.com/office/drawing/2014/main" id="{9FA62832-98F7-417C-B706-8181711696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9994154"/>
              </p:ext>
            </p:extLst>
          </p:nvPr>
        </p:nvGraphicFramePr>
        <p:xfrm>
          <a:off x="8063146" y="5884150"/>
          <a:ext cx="3014653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5867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198786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시작 버튼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상호작용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클릭하여 </a:t>
                      </a:r>
                      <a:r>
                        <a:rPr lang="ko-KR" altLang="en-US" sz="1200" u="sng" dirty="0"/>
                        <a:t>깊이 </a:t>
                      </a:r>
                      <a:r>
                        <a:rPr lang="en-US" altLang="ko-KR" sz="1200" u="sng" dirty="0"/>
                        <a:t>3</a:t>
                      </a:r>
                      <a:r>
                        <a:rPr lang="ko-KR" altLang="en-US" sz="1200" dirty="0"/>
                        <a:t>로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59" name="타원 58">
            <a:extLst>
              <a:ext uri="{FF2B5EF4-FFF2-40B4-BE49-F238E27FC236}">
                <a16:creationId xmlns:a16="http://schemas.microsoft.com/office/drawing/2014/main" id="{08A510E2-514F-41DA-98F0-887A9982FE19}"/>
              </a:ext>
            </a:extLst>
          </p:cNvPr>
          <p:cNvSpPr/>
          <p:nvPr/>
        </p:nvSpPr>
        <p:spPr>
          <a:xfrm>
            <a:off x="7944317" y="5763810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5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638891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개체 틀 11">
            <a:extLst>
              <a:ext uri="{FF2B5EF4-FFF2-40B4-BE49-F238E27FC236}">
                <a16:creationId xmlns:a16="http://schemas.microsoft.com/office/drawing/2014/main" id="{0239F70A-02D7-442A-BB09-891E064503F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5966" r="840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2454" t="24444" r="17843" b="20301"/>
          <a:stretch/>
        </p:blipFill>
        <p:spPr>
          <a:xfrm>
            <a:off x="1011327" y="873481"/>
            <a:ext cx="3309938" cy="4593869"/>
          </a:xfrm>
          <a:prstGeom prst="rect">
            <a:avLst/>
          </a:prstGeo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7" name="직사각형 26">
            <a:extLst>
              <a:ext uri="{FF2B5EF4-FFF2-40B4-BE49-F238E27FC236}">
                <a16:creationId xmlns:a16="http://schemas.microsoft.com/office/drawing/2014/main" id="{3FC921AA-7305-4E9E-B85A-8C54C55838FB}"/>
              </a:ext>
            </a:extLst>
          </p:cNvPr>
          <p:cNvSpPr/>
          <p:nvPr/>
        </p:nvSpPr>
        <p:spPr>
          <a:xfrm>
            <a:off x="5005114" y="2059853"/>
            <a:ext cx="1469452" cy="453238"/>
          </a:xfrm>
          <a:prstGeom prst="rect">
            <a:avLst/>
          </a:prstGeom>
          <a:solidFill>
            <a:srgbClr val="498830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별 획득 조건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0595CBA-CB3E-4A7F-98FF-343060FCFDB1}"/>
              </a:ext>
            </a:extLst>
          </p:cNvPr>
          <p:cNvSpPr/>
          <p:nvPr/>
        </p:nvSpPr>
        <p:spPr>
          <a:xfrm>
            <a:off x="7560503" y="0"/>
            <a:ext cx="3901824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8A105A-C0B8-4A06-A334-959E224AD884}"/>
              </a:ext>
            </a:extLst>
          </p:cNvPr>
          <p:cNvSpPr/>
          <p:nvPr/>
        </p:nvSpPr>
        <p:spPr>
          <a:xfrm>
            <a:off x="1103689" y="1009651"/>
            <a:ext cx="3112655" cy="4329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FBDF28BF-8622-43EE-ACC8-45DAB362B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9181" y="1024893"/>
            <a:ext cx="2431064" cy="4315138"/>
          </a:xfrm>
          <a:prstGeom prst="rect">
            <a:avLst/>
          </a:prstGeom>
        </p:spPr>
      </p:pic>
      <p:cxnSp>
        <p:nvCxnSpPr>
          <p:cNvPr id="21" name="연결선: 꺾임 20">
            <a:extLst>
              <a:ext uri="{FF2B5EF4-FFF2-40B4-BE49-F238E27FC236}">
                <a16:creationId xmlns:a16="http://schemas.microsoft.com/office/drawing/2014/main" id="{2A27AC06-75BB-4951-A1D7-0873E3861745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28975" y="2306959"/>
            <a:ext cx="1766996" cy="764854"/>
          </a:xfrm>
          <a:prstGeom prst="bentConnector3">
            <a:avLst>
              <a:gd name="adj1" fmla="val 3302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E004457C-BC16-4C09-A3C8-B08FAE1043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4507930"/>
              </p:ext>
            </p:extLst>
          </p:nvPr>
        </p:nvGraphicFramePr>
        <p:xfrm>
          <a:off x="8370723" y="165971"/>
          <a:ext cx="22813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8">
                  <a:extLst>
                    <a:ext uri="{9D8B030D-6E8A-4147-A177-3AD203B41FA5}">
                      <a16:colId xmlns:a16="http://schemas.microsoft.com/office/drawing/2014/main" val="1354924950"/>
                    </a:ext>
                  </a:extLst>
                </a:gridCol>
                <a:gridCol w="570346">
                  <a:extLst>
                    <a:ext uri="{9D8B030D-6E8A-4147-A177-3AD203B41FA5}">
                      <a16:colId xmlns:a16="http://schemas.microsoft.com/office/drawing/2014/main" val="3471555624"/>
                    </a:ext>
                  </a:extLst>
                </a:gridCol>
              </a:tblGrid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깊이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2</a:t>
                      </a:r>
                      <a:endParaRPr lang="ko-KR" altLang="en-US" b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87282613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상호작용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317849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변화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863785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변수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523282"/>
                  </a:ext>
                </a:extLst>
              </a:tr>
            </a:tbl>
          </a:graphicData>
        </a:graphic>
      </p:graphicFrame>
      <p:graphicFrame>
        <p:nvGraphicFramePr>
          <p:cNvPr id="19" name="표 19">
            <a:extLst>
              <a:ext uri="{FF2B5EF4-FFF2-40B4-BE49-F238E27FC236}">
                <a16:creationId xmlns:a16="http://schemas.microsoft.com/office/drawing/2014/main" id="{4A115D44-1592-49DB-AAD6-CFD959E247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3977491"/>
              </p:ext>
            </p:extLst>
          </p:nvPr>
        </p:nvGraphicFramePr>
        <p:xfrm>
          <a:off x="8069053" y="1815302"/>
          <a:ext cx="3014653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8697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415956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대기시간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변수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스테이지 별 대기 시간</a:t>
                      </a:r>
                      <a:endParaRPr lang="en-US" altLang="ko-KR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30" name="직사각형 29">
            <a:extLst>
              <a:ext uri="{FF2B5EF4-FFF2-40B4-BE49-F238E27FC236}">
                <a16:creationId xmlns:a16="http://schemas.microsoft.com/office/drawing/2014/main" id="{A58B93BC-3460-45EB-B302-714887784097}"/>
              </a:ext>
            </a:extLst>
          </p:cNvPr>
          <p:cNvSpPr/>
          <p:nvPr/>
        </p:nvSpPr>
        <p:spPr>
          <a:xfrm>
            <a:off x="5346628" y="2713827"/>
            <a:ext cx="1178129" cy="453238"/>
          </a:xfrm>
          <a:prstGeom prst="rect">
            <a:avLst/>
          </a:prstGeom>
          <a:solidFill>
            <a:srgbClr val="498830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대기 시간</a:t>
            </a:r>
          </a:p>
        </p:txBody>
      </p:sp>
      <p:cxnSp>
        <p:nvCxnSpPr>
          <p:cNvPr id="33" name="연결선: 꺾임 32">
            <a:extLst>
              <a:ext uri="{FF2B5EF4-FFF2-40B4-BE49-F238E27FC236}">
                <a16:creationId xmlns:a16="http://schemas.microsoft.com/office/drawing/2014/main" id="{5A2711FF-0E7D-41FC-A352-2D98085DDF13}"/>
              </a:ext>
            </a:extLst>
          </p:cNvPr>
          <p:cNvCxnSpPr>
            <a:cxnSpLocks/>
            <a:stCxn id="30" idx="1"/>
          </p:cNvCxnSpPr>
          <p:nvPr/>
        </p:nvCxnSpPr>
        <p:spPr>
          <a:xfrm rot="10800000" flipV="1">
            <a:off x="2589248" y="2940445"/>
            <a:ext cx="2757381" cy="217181"/>
          </a:xfrm>
          <a:prstGeom prst="bentConnector3">
            <a:avLst>
              <a:gd name="adj1" fmla="val 29101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2" name="표 19">
            <a:extLst>
              <a:ext uri="{FF2B5EF4-FFF2-40B4-BE49-F238E27FC236}">
                <a16:creationId xmlns:a16="http://schemas.microsoft.com/office/drawing/2014/main" id="{1BE5CA10-68AA-484C-BE29-8C6794F815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4292263"/>
              </p:ext>
            </p:extLst>
          </p:nvPr>
        </p:nvGraphicFramePr>
        <p:xfrm>
          <a:off x="8063147" y="2579729"/>
          <a:ext cx="3014653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6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3910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맞출 카드 수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변수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스테이지 별 맞출 카드 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50" name="타원 49">
            <a:extLst>
              <a:ext uri="{FF2B5EF4-FFF2-40B4-BE49-F238E27FC236}">
                <a16:creationId xmlns:a16="http://schemas.microsoft.com/office/drawing/2014/main" id="{A28650FE-1BE3-413E-A46C-85CFDE115A31}"/>
              </a:ext>
            </a:extLst>
          </p:cNvPr>
          <p:cNvSpPr/>
          <p:nvPr/>
        </p:nvSpPr>
        <p:spPr>
          <a:xfrm>
            <a:off x="7950221" y="170184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6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2C9E50F6-62A9-4532-A84D-7760601831AB}"/>
              </a:ext>
            </a:extLst>
          </p:cNvPr>
          <p:cNvSpPr/>
          <p:nvPr/>
        </p:nvSpPr>
        <p:spPr>
          <a:xfrm>
            <a:off x="5227798" y="2598904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6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BDE09F0C-0CE8-41F7-9D1C-262E7BA9EB89}"/>
              </a:ext>
            </a:extLst>
          </p:cNvPr>
          <p:cNvSpPr/>
          <p:nvPr/>
        </p:nvSpPr>
        <p:spPr>
          <a:xfrm>
            <a:off x="7950221" y="246929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7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7CA313AF-94E4-4392-ABD2-90AC2AB7404B}"/>
              </a:ext>
            </a:extLst>
          </p:cNvPr>
          <p:cNvSpPr/>
          <p:nvPr/>
        </p:nvSpPr>
        <p:spPr>
          <a:xfrm>
            <a:off x="4886284" y="1949086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9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2426DFE9-050A-4736-AF10-33C5291AF574}"/>
              </a:ext>
            </a:extLst>
          </p:cNvPr>
          <p:cNvSpPr/>
          <p:nvPr/>
        </p:nvSpPr>
        <p:spPr>
          <a:xfrm>
            <a:off x="5062449" y="3899672"/>
            <a:ext cx="1509213" cy="453238"/>
          </a:xfrm>
          <a:prstGeom prst="rect">
            <a:avLst/>
          </a:prstGeom>
          <a:solidFill>
            <a:srgbClr val="498830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맞출 카드 수</a:t>
            </a:r>
          </a:p>
        </p:txBody>
      </p:sp>
      <p:cxnSp>
        <p:nvCxnSpPr>
          <p:cNvPr id="35" name="연결선: 꺾임 34">
            <a:extLst>
              <a:ext uri="{FF2B5EF4-FFF2-40B4-BE49-F238E27FC236}">
                <a16:creationId xmlns:a16="http://schemas.microsoft.com/office/drawing/2014/main" id="{03912E28-71E7-4840-AB30-B1D029A2C7D6}"/>
              </a:ext>
            </a:extLst>
          </p:cNvPr>
          <p:cNvCxnSpPr>
            <a:cxnSpLocks/>
          </p:cNvCxnSpPr>
          <p:nvPr/>
        </p:nvCxnSpPr>
        <p:spPr>
          <a:xfrm rot="10800000">
            <a:off x="2595564" y="3359352"/>
            <a:ext cx="2466893" cy="783277"/>
          </a:xfrm>
          <a:prstGeom prst="bentConnector3">
            <a:avLst>
              <a:gd name="adj1" fmla="val 20462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타원 35">
            <a:extLst>
              <a:ext uri="{FF2B5EF4-FFF2-40B4-BE49-F238E27FC236}">
                <a16:creationId xmlns:a16="http://schemas.microsoft.com/office/drawing/2014/main" id="{26142435-8557-4BCB-95B3-2D727366D677}"/>
              </a:ext>
            </a:extLst>
          </p:cNvPr>
          <p:cNvSpPr/>
          <p:nvPr/>
        </p:nvSpPr>
        <p:spPr>
          <a:xfrm>
            <a:off x="4943620" y="3784749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7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056F3555-D676-4299-BE2C-07F91315657E}"/>
              </a:ext>
            </a:extLst>
          </p:cNvPr>
          <p:cNvSpPr/>
          <p:nvPr/>
        </p:nvSpPr>
        <p:spPr>
          <a:xfrm>
            <a:off x="4777530" y="4693463"/>
            <a:ext cx="717624" cy="453238"/>
          </a:xfrm>
          <a:prstGeom prst="rect">
            <a:avLst/>
          </a:prstGeom>
          <a:solidFill>
            <a:srgbClr val="498830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보상</a:t>
            </a:r>
          </a:p>
        </p:txBody>
      </p:sp>
      <p:cxnSp>
        <p:nvCxnSpPr>
          <p:cNvPr id="38" name="연결선: 꺾임 37">
            <a:extLst>
              <a:ext uri="{FF2B5EF4-FFF2-40B4-BE49-F238E27FC236}">
                <a16:creationId xmlns:a16="http://schemas.microsoft.com/office/drawing/2014/main" id="{063F7419-9CF1-4C87-B560-02A0FEB87CE1}"/>
              </a:ext>
            </a:extLst>
          </p:cNvPr>
          <p:cNvCxnSpPr>
            <a:cxnSpLocks/>
            <a:stCxn id="37" idx="1"/>
          </p:cNvCxnSpPr>
          <p:nvPr/>
        </p:nvCxnSpPr>
        <p:spPr>
          <a:xfrm rot="10800000">
            <a:off x="2608994" y="3532832"/>
            <a:ext cx="2168537" cy="1387250"/>
          </a:xfrm>
          <a:prstGeom prst="bentConnector3">
            <a:avLst>
              <a:gd name="adj1" fmla="val 16618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타원 38">
            <a:extLst>
              <a:ext uri="{FF2B5EF4-FFF2-40B4-BE49-F238E27FC236}">
                <a16:creationId xmlns:a16="http://schemas.microsoft.com/office/drawing/2014/main" id="{001AA6B9-8736-4B50-8F30-60E8AB40803D}"/>
              </a:ext>
            </a:extLst>
          </p:cNvPr>
          <p:cNvSpPr/>
          <p:nvPr/>
        </p:nvSpPr>
        <p:spPr>
          <a:xfrm>
            <a:off x="4658700" y="4578540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8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57" name="표 19">
            <a:extLst>
              <a:ext uri="{FF2B5EF4-FFF2-40B4-BE49-F238E27FC236}">
                <a16:creationId xmlns:a16="http://schemas.microsoft.com/office/drawing/2014/main" id="{D8084AA0-6290-4282-AD01-14F0A29392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4782398"/>
              </p:ext>
            </p:extLst>
          </p:nvPr>
        </p:nvGraphicFramePr>
        <p:xfrm>
          <a:off x="8072127" y="4175007"/>
          <a:ext cx="3014653" cy="97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5867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198786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별 획득 조건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변수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스테이지 별 조건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별 </a:t>
                      </a:r>
                      <a:r>
                        <a:rPr lang="en-US" altLang="ko-KR" sz="1200" dirty="0"/>
                        <a:t>1</a:t>
                      </a:r>
                      <a:r>
                        <a:rPr lang="ko-KR" altLang="en-US" sz="1200" dirty="0"/>
                        <a:t>개 조건은 별 </a:t>
                      </a:r>
                      <a:r>
                        <a:rPr lang="en-US" altLang="ko-KR" sz="1200" dirty="0"/>
                        <a:t>2</a:t>
                      </a:r>
                      <a:r>
                        <a:rPr lang="ko-KR" altLang="en-US" sz="1200" dirty="0"/>
                        <a:t>개 조건 이하로 기입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54" name="타원 53">
            <a:extLst>
              <a:ext uri="{FF2B5EF4-FFF2-40B4-BE49-F238E27FC236}">
                <a16:creationId xmlns:a16="http://schemas.microsoft.com/office/drawing/2014/main" id="{EC21EA34-F658-4B05-A143-366D2A0BF338}"/>
              </a:ext>
            </a:extLst>
          </p:cNvPr>
          <p:cNvSpPr/>
          <p:nvPr/>
        </p:nvSpPr>
        <p:spPr>
          <a:xfrm>
            <a:off x="7953298" y="4054667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9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70" name="표 19">
            <a:extLst>
              <a:ext uri="{FF2B5EF4-FFF2-40B4-BE49-F238E27FC236}">
                <a16:creationId xmlns:a16="http://schemas.microsoft.com/office/drawing/2014/main" id="{862D7DF9-3D36-47FC-ACB0-E449C12E00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1778453"/>
              </p:ext>
            </p:extLst>
          </p:nvPr>
        </p:nvGraphicFramePr>
        <p:xfrm>
          <a:off x="8064498" y="3376613"/>
          <a:ext cx="3014653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6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3910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보상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변수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스테이지 보상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56" name="타원 55">
            <a:extLst>
              <a:ext uri="{FF2B5EF4-FFF2-40B4-BE49-F238E27FC236}">
                <a16:creationId xmlns:a16="http://schemas.microsoft.com/office/drawing/2014/main" id="{EFE62B2B-9ADD-497B-A410-D02F59AF0815}"/>
              </a:ext>
            </a:extLst>
          </p:cNvPr>
          <p:cNvSpPr/>
          <p:nvPr/>
        </p:nvSpPr>
        <p:spPr>
          <a:xfrm>
            <a:off x="7951573" y="3248974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8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4978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개체 틀 11">
            <a:extLst>
              <a:ext uri="{FF2B5EF4-FFF2-40B4-BE49-F238E27FC236}">
                <a16:creationId xmlns:a16="http://schemas.microsoft.com/office/drawing/2014/main" id="{0239F70A-02D7-442A-BB09-891E064503F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5966" r="840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2454" t="24444" r="17843" b="20301"/>
          <a:stretch/>
        </p:blipFill>
        <p:spPr>
          <a:xfrm>
            <a:off x="1011327" y="873481"/>
            <a:ext cx="3309938" cy="4593869"/>
          </a:xfrm>
          <a:prstGeom prst="rect">
            <a:avLst/>
          </a:prstGeo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3DF6487D-1DF5-4A5E-A172-9E247F4734AA}"/>
              </a:ext>
            </a:extLst>
          </p:cNvPr>
          <p:cNvSpPr/>
          <p:nvPr/>
        </p:nvSpPr>
        <p:spPr>
          <a:xfrm>
            <a:off x="4631500" y="5207202"/>
            <a:ext cx="1091013" cy="453238"/>
          </a:xfrm>
          <a:prstGeom prst="rect">
            <a:avLst/>
          </a:prstGeom>
          <a:solidFill>
            <a:srgbClr val="49883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팁 출력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FC921AA-7305-4E9E-B85A-8C54C55838FB}"/>
              </a:ext>
            </a:extLst>
          </p:cNvPr>
          <p:cNvSpPr/>
          <p:nvPr/>
        </p:nvSpPr>
        <p:spPr>
          <a:xfrm>
            <a:off x="4936388" y="3754600"/>
            <a:ext cx="1004495" cy="453238"/>
          </a:xfrm>
          <a:prstGeom prst="rect">
            <a:avLst/>
          </a:prstGeom>
          <a:solidFill>
            <a:srgbClr val="49883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 err="1"/>
              <a:t>로딩바</a:t>
            </a:r>
            <a:endParaRPr lang="ko-KR" altLang="en-US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1D2A8B7-7AA5-4362-8BE1-668965E2583B}"/>
              </a:ext>
            </a:extLst>
          </p:cNvPr>
          <p:cNvSpPr/>
          <p:nvPr/>
        </p:nvSpPr>
        <p:spPr>
          <a:xfrm>
            <a:off x="5101984" y="1239859"/>
            <a:ext cx="1004495" cy="453238"/>
          </a:xfrm>
          <a:prstGeom prst="rect">
            <a:avLst/>
          </a:prstGeom>
          <a:solidFill>
            <a:srgbClr val="49883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 err="1"/>
              <a:t>배경맵</a:t>
            </a:r>
            <a:endParaRPr lang="ko-KR" altLang="en-US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0595CBA-CB3E-4A7F-98FF-343060FCFDB1}"/>
              </a:ext>
            </a:extLst>
          </p:cNvPr>
          <p:cNvSpPr/>
          <p:nvPr/>
        </p:nvSpPr>
        <p:spPr>
          <a:xfrm>
            <a:off x="7560503" y="0"/>
            <a:ext cx="3901824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8A105A-C0B8-4A06-A334-959E224AD884}"/>
              </a:ext>
            </a:extLst>
          </p:cNvPr>
          <p:cNvSpPr/>
          <p:nvPr/>
        </p:nvSpPr>
        <p:spPr>
          <a:xfrm>
            <a:off x="1103689" y="1009651"/>
            <a:ext cx="3112655" cy="4329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FBDF28BF-8622-43EE-ACC8-45DAB362B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8873" y="1009651"/>
            <a:ext cx="2442376" cy="4329112"/>
          </a:xfrm>
          <a:prstGeom prst="rect">
            <a:avLst/>
          </a:prstGeom>
        </p:spPr>
      </p:pic>
      <p:cxnSp>
        <p:nvCxnSpPr>
          <p:cNvPr id="28" name="연결선: 꺾임 27">
            <a:extLst>
              <a:ext uri="{FF2B5EF4-FFF2-40B4-BE49-F238E27FC236}">
                <a16:creationId xmlns:a16="http://schemas.microsoft.com/office/drawing/2014/main" id="{D7694B79-9D9E-498D-8948-7C4B2A353650}"/>
              </a:ext>
            </a:extLst>
          </p:cNvPr>
          <p:cNvCxnSpPr>
            <a:cxnSpLocks/>
          </p:cNvCxnSpPr>
          <p:nvPr/>
        </p:nvCxnSpPr>
        <p:spPr>
          <a:xfrm rot="10800000" flipV="1">
            <a:off x="3754131" y="1466478"/>
            <a:ext cx="1347853" cy="99936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연결선: 꺾임 20">
            <a:extLst>
              <a:ext uri="{FF2B5EF4-FFF2-40B4-BE49-F238E27FC236}">
                <a16:creationId xmlns:a16="http://schemas.microsoft.com/office/drawing/2014/main" id="{2A27AC06-75BB-4951-A1D7-0873E3861745}"/>
              </a:ext>
            </a:extLst>
          </p:cNvPr>
          <p:cNvCxnSpPr>
            <a:cxnSpLocks/>
          </p:cNvCxnSpPr>
          <p:nvPr/>
        </p:nvCxnSpPr>
        <p:spPr>
          <a:xfrm rot="10800000" flipV="1">
            <a:off x="3754131" y="3989281"/>
            <a:ext cx="1182798" cy="70375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30FF9065-8824-431E-BF84-DFDAD120477A}"/>
              </a:ext>
            </a:extLst>
          </p:cNvPr>
          <p:cNvCxnSpPr>
            <a:cxnSpLocks/>
          </p:cNvCxnSpPr>
          <p:nvPr/>
        </p:nvCxnSpPr>
        <p:spPr>
          <a:xfrm rot="10800000">
            <a:off x="3428219" y="4849620"/>
            <a:ext cx="1203281" cy="584201"/>
          </a:xfrm>
          <a:prstGeom prst="bentConnector3">
            <a:avLst>
              <a:gd name="adj1" fmla="val 208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E004457C-BC16-4C09-A3C8-B08FAE1043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9346107"/>
              </p:ext>
            </p:extLst>
          </p:nvPr>
        </p:nvGraphicFramePr>
        <p:xfrm>
          <a:off x="8370723" y="165971"/>
          <a:ext cx="22813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8">
                  <a:extLst>
                    <a:ext uri="{9D8B030D-6E8A-4147-A177-3AD203B41FA5}">
                      <a16:colId xmlns:a16="http://schemas.microsoft.com/office/drawing/2014/main" val="1354924950"/>
                    </a:ext>
                  </a:extLst>
                </a:gridCol>
                <a:gridCol w="570346">
                  <a:extLst>
                    <a:ext uri="{9D8B030D-6E8A-4147-A177-3AD203B41FA5}">
                      <a16:colId xmlns:a16="http://schemas.microsoft.com/office/drawing/2014/main" val="3471555624"/>
                    </a:ext>
                  </a:extLst>
                </a:gridCol>
              </a:tblGrid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깊이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3</a:t>
                      </a:r>
                      <a:endParaRPr lang="ko-KR" altLang="en-US" b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87282613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상호작용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317849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변화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863785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변수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523282"/>
                  </a:ext>
                </a:extLst>
              </a:tr>
            </a:tbl>
          </a:graphicData>
        </a:graphic>
      </p:graphicFrame>
      <p:graphicFrame>
        <p:nvGraphicFramePr>
          <p:cNvPr id="19" name="표 19">
            <a:extLst>
              <a:ext uri="{FF2B5EF4-FFF2-40B4-BE49-F238E27FC236}">
                <a16:creationId xmlns:a16="http://schemas.microsoft.com/office/drawing/2014/main" id="{4A115D44-1592-49DB-AAD6-CFD959E2478D}"/>
              </a:ext>
            </a:extLst>
          </p:cNvPr>
          <p:cNvGraphicFramePr>
            <a:graphicFrameLocks noGrp="1"/>
          </p:cNvGraphicFramePr>
          <p:nvPr/>
        </p:nvGraphicFramePr>
        <p:xfrm>
          <a:off x="8069053" y="1815302"/>
          <a:ext cx="3014653" cy="883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/>
                        <a:t>배경맵</a:t>
                      </a:r>
                      <a:endParaRPr lang="ko-KR" altLang="en-US" sz="1600" dirty="0"/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시간에 따라 우측으로 이동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변수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 err="1"/>
                        <a:t>랜덤한</a:t>
                      </a:r>
                      <a:r>
                        <a:rPr lang="ko-KR" altLang="en-US" sz="1200" dirty="0"/>
                        <a:t> 배경 이미지 출력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614711511"/>
                  </a:ext>
                </a:extLst>
              </a:tr>
            </a:tbl>
          </a:graphicData>
        </a:graphic>
      </p:graphicFrame>
      <p:sp>
        <p:nvSpPr>
          <p:cNvPr id="30" name="직사각형 29">
            <a:extLst>
              <a:ext uri="{FF2B5EF4-FFF2-40B4-BE49-F238E27FC236}">
                <a16:creationId xmlns:a16="http://schemas.microsoft.com/office/drawing/2014/main" id="{A58B93BC-3460-45EB-B302-714887784097}"/>
              </a:ext>
            </a:extLst>
          </p:cNvPr>
          <p:cNvSpPr/>
          <p:nvPr/>
        </p:nvSpPr>
        <p:spPr>
          <a:xfrm>
            <a:off x="4782124" y="2512286"/>
            <a:ext cx="1158759" cy="453238"/>
          </a:xfrm>
          <a:prstGeom prst="rect">
            <a:avLst/>
          </a:prstGeom>
          <a:solidFill>
            <a:srgbClr val="49883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로딩로고</a:t>
            </a:r>
          </a:p>
        </p:txBody>
      </p:sp>
      <p:cxnSp>
        <p:nvCxnSpPr>
          <p:cNvPr id="33" name="연결선: 꺾임 32">
            <a:extLst>
              <a:ext uri="{FF2B5EF4-FFF2-40B4-BE49-F238E27FC236}">
                <a16:creationId xmlns:a16="http://schemas.microsoft.com/office/drawing/2014/main" id="{5A2711FF-0E7D-41FC-A352-2D98085DDF13}"/>
              </a:ext>
            </a:extLst>
          </p:cNvPr>
          <p:cNvCxnSpPr>
            <a:cxnSpLocks/>
          </p:cNvCxnSpPr>
          <p:nvPr/>
        </p:nvCxnSpPr>
        <p:spPr>
          <a:xfrm rot="10800000" flipV="1">
            <a:off x="3172758" y="2755235"/>
            <a:ext cx="1609366" cy="1007427"/>
          </a:xfrm>
          <a:prstGeom prst="bentConnector3">
            <a:avLst>
              <a:gd name="adj1" fmla="val 2544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1" name="표 19">
            <a:extLst>
              <a:ext uri="{FF2B5EF4-FFF2-40B4-BE49-F238E27FC236}">
                <a16:creationId xmlns:a16="http://schemas.microsoft.com/office/drawing/2014/main" id="{40BDB7CB-8470-48C9-9059-7932320891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9138119"/>
              </p:ext>
            </p:extLst>
          </p:nvPr>
        </p:nvGraphicFramePr>
        <p:xfrm>
          <a:off x="8069052" y="3609056"/>
          <a:ext cx="3014653" cy="79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/>
                        <a:t>로딩바</a:t>
                      </a:r>
                      <a:endParaRPr lang="ko-KR" altLang="en-US" sz="1600" dirty="0"/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시간에 따라 </a:t>
                      </a:r>
                      <a:r>
                        <a:rPr lang="en-US" altLang="ko-KR" sz="1200" dirty="0"/>
                        <a:t>. </a:t>
                      </a:r>
                      <a:r>
                        <a:rPr lang="ko-KR" altLang="en-US" sz="1200" dirty="0"/>
                        <a:t>개수 달라짐</a:t>
                      </a:r>
                      <a:endParaRPr lang="en-US" altLang="ko-KR" sz="1200" dirty="0"/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로딩 완료 시 </a:t>
                      </a:r>
                      <a:r>
                        <a:rPr lang="ko-KR" altLang="en-US" sz="1200" u="sng" dirty="0"/>
                        <a:t>깊이 </a:t>
                      </a:r>
                      <a:r>
                        <a:rPr lang="en-US" altLang="ko-KR" sz="1200" u="sng" dirty="0"/>
                        <a:t>4</a:t>
                      </a:r>
                      <a:r>
                        <a:rPr lang="ko-KR" altLang="en-US" sz="1200" dirty="0"/>
                        <a:t>로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graphicFrame>
        <p:nvGraphicFramePr>
          <p:cNvPr id="42" name="표 19">
            <a:extLst>
              <a:ext uri="{FF2B5EF4-FFF2-40B4-BE49-F238E27FC236}">
                <a16:creationId xmlns:a16="http://schemas.microsoft.com/office/drawing/2014/main" id="{1BE5CA10-68AA-484C-BE29-8C6794F815E1}"/>
              </a:ext>
            </a:extLst>
          </p:cNvPr>
          <p:cNvGraphicFramePr>
            <a:graphicFrameLocks noGrp="1"/>
          </p:cNvGraphicFramePr>
          <p:nvPr/>
        </p:nvGraphicFramePr>
        <p:xfrm>
          <a:off x="8069053" y="2849339"/>
          <a:ext cx="3014653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로딩로고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시간에 따라 </a:t>
                      </a:r>
                      <a:r>
                        <a:rPr lang="en-US" altLang="ko-KR" sz="1200" dirty="0"/>
                        <a:t>. </a:t>
                      </a:r>
                      <a:r>
                        <a:rPr lang="ko-KR" altLang="en-US" sz="1200" dirty="0"/>
                        <a:t>개수 달라짐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graphicFrame>
        <p:nvGraphicFramePr>
          <p:cNvPr id="43" name="표 19">
            <a:extLst>
              <a:ext uri="{FF2B5EF4-FFF2-40B4-BE49-F238E27FC236}">
                <a16:creationId xmlns:a16="http://schemas.microsoft.com/office/drawing/2014/main" id="{78074423-4C44-4A0D-ADB3-E196CA870D18}"/>
              </a:ext>
            </a:extLst>
          </p:cNvPr>
          <p:cNvGraphicFramePr>
            <a:graphicFrameLocks noGrp="1"/>
          </p:cNvGraphicFramePr>
          <p:nvPr/>
        </p:nvGraphicFramePr>
        <p:xfrm>
          <a:off x="8060355" y="4552768"/>
          <a:ext cx="3014653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팁 출력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변수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 err="1"/>
                        <a:t>랜덤한</a:t>
                      </a:r>
                      <a:r>
                        <a:rPr lang="ko-KR" altLang="en-US" sz="1200" dirty="0"/>
                        <a:t> 팁 텍스트 출력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45" name="타원 44">
            <a:extLst>
              <a:ext uri="{FF2B5EF4-FFF2-40B4-BE49-F238E27FC236}">
                <a16:creationId xmlns:a16="http://schemas.microsoft.com/office/drawing/2014/main" id="{817E2A97-3BD5-433A-B763-E3251A3320EA}"/>
              </a:ext>
            </a:extLst>
          </p:cNvPr>
          <p:cNvSpPr/>
          <p:nvPr/>
        </p:nvSpPr>
        <p:spPr>
          <a:xfrm>
            <a:off x="4983154" y="111923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A28650FE-1BE3-413E-A46C-85CFDE115A31}"/>
              </a:ext>
            </a:extLst>
          </p:cNvPr>
          <p:cNvSpPr/>
          <p:nvPr/>
        </p:nvSpPr>
        <p:spPr>
          <a:xfrm>
            <a:off x="7950221" y="170184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2C9E50F6-62A9-4532-A84D-7760601831AB}"/>
              </a:ext>
            </a:extLst>
          </p:cNvPr>
          <p:cNvSpPr/>
          <p:nvPr/>
        </p:nvSpPr>
        <p:spPr>
          <a:xfrm>
            <a:off x="4663294" y="2397363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2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BDE09F0C-0CE8-41F7-9D1C-262E7BA9EB89}"/>
              </a:ext>
            </a:extLst>
          </p:cNvPr>
          <p:cNvSpPr/>
          <p:nvPr/>
        </p:nvSpPr>
        <p:spPr>
          <a:xfrm>
            <a:off x="7956127" y="273890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2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7CA313AF-94E4-4392-ABD2-90AC2AB7404B}"/>
              </a:ext>
            </a:extLst>
          </p:cNvPr>
          <p:cNvSpPr/>
          <p:nvPr/>
        </p:nvSpPr>
        <p:spPr>
          <a:xfrm>
            <a:off x="4817558" y="3643833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3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EC21EA34-F658-4B05-A143-366D2A0BF338}"/>
              </a:ext>
            </a:extLst>
          </p:cNvPr>
          <p:cNvSpPr/>
          <p:nvPr/>
        </p:nvSpPr>
        <p:spPr>
          <a:xfrm>
            <a:off x="7947431" y="3490226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3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3EE5DCAE-BFBA-4A26-8B71-FB88BFC9D4AE}"/>
              </a:ext>
            </a:extLst>
          </p:cNvPr>
          <p:cNvSpPr/>
          <p:nvPr/>
        </p:nvSpPr>
        <p:spPr>
          <a:xfrm>
            <a:off x="4509996" y="5094096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4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40778C14-FABC-494F-874F-308838DB03D0}"/>
              </a:ext>
            </a:extLst>
          </p:cNvPr>
          <p:cNvSpPr/>
          <p:nvPr/>
        </p:nvSpPr>
        <p:spPr>
          <a:xfrm>
            <a:off x="7947431" y="4432823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4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2" name="두루마리 모양: 세로로 말림 1">
            <a:extLst>
              <a:ext uri="{FF2B5EF4-FFF2-40B4-BE49-F238E27FC236}">
                <a16:creationId xmlns:a16="http://schemas.microsoft.com/office/drawing/2014/main" id="{F889573B-4D51-4858-8AE8-53A2B8C13587}"/>
              </a:ext>
            </a:extLst>
          </p:cNvPr>
          <p:cNvSpPr/>
          <p:nvPr/>
        </p:nvSpPr>
        <p:spPr>
          <a:xfrm>
            <a:off x="7814898" y="5840800"/>
            <a:ext cx="3393033" cy="725953"/>
          </a:xfrm>
          <a:prstGeom prst="verticalScroll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dirty="0"/>
              <a:t>깊이 </a:t>
            </a:r>
            <a:r>
              <a:rPr lang="en-US" altLang="ko-KR" sz="3200" dirty="0"/>
              <a:t>0</a:t>
            </a:r>
            <a:r>
              <a:rPr lang="ko-KR" altLang="en-US" sz="3200" dirty="0"/>
              <a:t>과 동일</a:t>
            </a:r>
          </a:p>
        </p:txBody>
      </p:sp>
    </p:spTree>
    <p:extLst>
      <p:ext uri="{BB962C8B-B14F-4D97-AF65-F5344CB8AC3E}">
        <p14:creationId xmlns:p14="http://schemas.microsoft.com/office/powerpoint/2010/main" val="8549193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개체 틀 11">
            <a:extLst>
              <a:ext uri="{FF2B5EF4-FFF2-40B4-BE49-F238E27FC236}">
                <a16:creationId xmlns:a16="http://schemas.microsoft.com/office/drawing/2014/main" id="{0239F70A-02D7-442A-BB09-891E064503F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5966" r="840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2454" t="24444" r="17843" b="20301"/>
          <a:stretch/>
        </p:blipFill>
        <p:spPr>
          <a:xfrm>
            <a:off x="1011327" y="873481"/>
            <a:ext cx="3309938" cy="4593869"/>
          </a:xfrm>
          <a:prstGeom prst="rect">
            <a:avLst/>
          </a:prstGeo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7" name="직사각형 26">
            <a:extLst>
              <a:ext uri="{FF2B5EF4-FFF2-40B4-BE49-F238E27FC236}">
                <a16:creationId xmlns:a16="http://schemas.microsoft.com/office/drawing/2014/main" id="{3FC921AA-7305-4E9E-B85A-8C54C55838FB}"/>
              </a:ext>
            </a:extLst>
          </p:cNvPr>
          <p:cNvSpPr/>
          <p:nvPr/>
        </p:nvSpPr>
        <p:spPr>
          <a:xfrm>
            <a:off x="4760035" y="2004443"/>
            <a:ext cx="1180848" cy="45323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성공 횟수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1D2A8B7-7AA5-4362-8BE1-668965E2583B}"/>
              </a:ext>
            </a:extLst>
          </p:cNvPr>
          <p:cNvSpPr/>
          <p:nvPr/>
        </p:nvSpPr>
        <p:spPr>
          <a:xfrm>
            <a:off x="4908438" y="698136"/>
            <a:ext cx="927526" cy="453238"/>
          </a:xfrm>
          <a:prstGeom prst="rect">
            <a:avLst/>
          </a:prstGeom>
          <a:solidFill>
            <a:srgbClr val="49883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 err="1"/>
              <a:t>배경맵</a:t>
            </a:r>
            <a:endParaRPr lang="ko-KR" altLang="en-US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0595CBA-CB3E-4A7F-98FF-343060FCFDB1}"/>
              </a:ext>
            </a:extLst>
          </p:cNvPr>
          <p:cNvSpPr/>
          <p:nvPr/>
        </p:nvSpPr>
        <p:spPr>
          <a:xfrm>
            <a:off x="7560503" y="0"/>
            <a:ext cx="3901824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8A105A-C0B8-4A06-A334-959E224AD884}"/>
              </a:ext>
            </a:extLst>
          </p:cNvPr>
          <p:cNvSpPr/>
          <p:nvPr/>
        </p:nvSpPr>
        <p:spPr>
          <a:xfrm>
            <a:off x="1103689" y="1009651"/>
            <a:ext cx="3112655" cy="4329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FBDF28BF-8622-43EE-ACC8-45DAB362B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6093" y="1017049"/>
            <a:ext cx="2434359" cy="4329113"/>
          </a:xfrm>
          <a:prstGeom prst="rect">
            <a:avLst/>
          </a:prstGeom>
        </p:spPr>
      </p:pic>
      <p:cxnSp>
        <p:nvCxnSpPr>
          <p:cNvPr id="28" name="연결선: 꺾임 27">
            <a:extLst>
              <a:ext uri="{FF2B5EF4-FFF2-40B4-BE49-F238E27FC236}">
                <a16:creationId xmlns:a16="http://schemas.microsoft.com/office/drawing/2014/main" id="{D7694B79-9D9E-498D-8948-7C4B2A353650}"/>
              </a:ext>
            </a:extLst>
          </p:cNvPr>
          <p:cNvCxnSpPr>
            <a:cxnSpLocks/>
          </p:cNvCxnSpPr>
          <p:nvPr/>
        </p:nvCxnSpPr>
        <p:spPr>
          <a:xfrm rot="10800000" flipV="1">
            <a:off x="3836394" y="960656"/>
            <a:ext cx="1064563" cy="40803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E004457C-BC16-4C09-A3C8-B08FAE1043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1139218"/>
              </p:ext>
            </p:extLst>
          </p:nvPr>
        </p:nvGraphicFramePr>
        <p:xfrm>
          <a:off x="8370723" y="165971"/>
          <a:ext cx="22813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8">
                  <a:extLst>
                    <a:ext uri="{9D8B030D-6E8A-4147-A177-3AD203B41FA5}">
                      <a16:colId xmlns:a16="http://schemas.microsoft.com/office/drawing/2014/main" val="1354924950"/>
                    </a:ext>
                  </a:extLst>
                </a:gridCol>
                <a:gridCol w="570346">
                  <a:extLst>
                    <a:ext uri="{9D8B030D-6E8A-4147-A177-3AD203B41FA5}">
                      <a16:colId xmlns:a16="http://schemas.microsoft.com/office/drawing/2014/main" val="3471555624"/>
                    </a:ext>
                  </a:extLst>
                </a:gridCol>
              </a:tblGrid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깊이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4</a:t>
                      </a:r>
                      <a:endParaRPr lang="ko-KR" altLang="en-US" b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87282613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상호작용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317849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변화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863785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변수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523282"/>
                  </a:ext>
                </a:extLst>
              </a:tr>
            </a:tbl>
          </a:graphicData>
        </a:graphic>
      </p:graphicFrame>
      <p:graphicFrame>
        <p:nvGraphicFramePr>
          <p:cNvPr id="41" name="표 19">
            <a:extLst>
              <a:ext uri="{FF2B5EF4-FFF2-40B4-BE49-F238E27FC236}">
                <a16:creationId xmlns:a16="http://schemas.microsoft.com/office/drawing/2014/main" id="{40BDB7CB-8470-48C9-9059-7932320891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0606021"/>
              </p:ext>
            </p:extLst>
          </p:nvPr>
        </p:nvGraphicFramePr>
        <p:xfrm>
          <a:off x="8073658" y="4674870"/>
          <a:ext cx="3014653" cy="79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메시지 박스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플레이어 캐릭터가 위치에 도착할 때까지 유지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45" name="타원 44">
            <a:extLst>
              <a:ext uri="{FF2B5EF4-FFF2-40B4-BE49-F238E27FC236}">
                <a16:creationId xmlns:a16="http://schemas.microsoft.com/office/drawing/2014/main" id="{817E2A97-3BD5-433A-B763-E3251A3320EA}"/>
              </a:ext>
            </a:extLst>
          </p:cNvPr>
          <p:cNvSpPr/>
          <p:nvPr/>
        </p:nvSpPr>
        <p:spPr>
          <a:xfrm>
            <a:off x="4789608" y="577512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7CA313AF-94E4-4392-ABD2-90AC2AB7404B}"/>
              </a:ext>
            </a:extLst>
          </p:cNvPr>
          <p:cNvSpPr/>
          <p:nvPr/>
        </p:nvSpPr>
        <p:spPr>
          <a:xfrm>
            <a:off x="4641205" y="1893676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2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EC21EA34-F658-4B05-A143-366D2A0BF338}"/>
              </a:ext>
            </a:extLst>
          </p:cNvPr>
          <p:cNvSpPr/>
          <p:nvPr/>
        </p:nvSpPr>
        <p:spPr>
          <a:xfrm>
            <a:off x="7952037" y="4556040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4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F846DF50-D5BD-45C8-9B99-1D54C2D7E120}"/>
              </a:ext>
            </a:extLst>
          </p:cNvPr>
          <p:cNvCxnSpPr>
            <a:cxnSpLocks/>
            <a:stCxn id="27" idx="1"/>
          </p:cNvCxnSpPr>
          <p:nvPr/>
        </p:nvCxnSpPr>
        <p:spPr>
          <a:xfrm flipH="1">
            <a:off x="1790701" y="2231062"/>
            <a:ext cx="296933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10CE95AC-C5FB-4E00-B464-89A503423AC5}"/>
              </a:ext>
            </a:extLst>
          </p:cNvPr>
          <p:cNvCxnSpPr>
            <a:cxnSpLocks/>
          </p:cNvCxnSpPr>
          <p:nvPr/>
        </p:nvCxnSpPr>
        <p:spPr>
          <a:xfrm>
            <a:off x="1790700" y="2231062"/>
            <a:ext cx="0" cy="4549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연결선: 꺾임 42">
            <a:extLst>
              <a:ext uri="{FF2B5EF4-FFF2-40B4-BE49-F238E27FC236}">
                <a16:creationId xmlns:a16="http://schemas.microsoft.com/office/drawing/2014/main" id="{71DC7BF7-403F-4246-A390-176CB6AA4A3C}"/>
              </a:ext>
            </a:extLst>
          </p:cNvPr>
          <p:cNvCxnSpPr>
            <a:cxnSpLocks/>
            <a:stCxn id="55" idx="1"/>
          </p:cNvCxnSpPr>
          <p:nvPr/>
        </p:nvCxnSpPr>
        <p:spPr>
          <a:xfrm rot="10800000">
            <a:off x="3826299" y="2804167"/>
            <a:ext cx="933737" cy="287447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4F81692F-ADB4-43CB-8033-2AA29C17A9B0}"/>
              </a:ext>
            </a:extLst>
          </p:cNvPr>
          <p:cNvSpPr/>
          <p:nvPr/>
        </p:nvSpPr>
        <p:spPr>
          <a:xfrm>
            <a:off x="4760035" y="2864994"/>
            <a:ext cx="1180848" cy="45323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실패 횟수</a:t>
            </a:r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F48E1055-72DC-40C7-A3B9-4C025A8E998A}"/>
              </a:ext>
            </a:extLst>
          </p:cNvPr>
          <p:cNvSpPr/>
          <p:nvPr/>
        </p:nvSpPr>
        <p:spPr>
          <a:xfrm>
            <a:off x="4641205" y="2754227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3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59" name="표 19">
            <a:extLst>
              <a:ext uri="{FF2B5EF4-FFF2-40B4-BE49-F238E27FC236}">
                <a16:creationId xmlns:a16="http://schemas.microsoft.com/office/drawing/2014/main" id="{0BEE37FF-5ABE-48BE-B091-1F786F6ABB74}"/>
              </a:ext>
            </a:extLst>
          </p:cNvPr>
          <p:cNvGraphicFramePr>
            <a:graphicFrameLocks noGrp="1"/>
          </p:cNvGraphicFramePr>
          <p:nvPr/>
        </p:nvGraphicFramePr>
        <p:xfrm>
          <a:off x="8063146" y="1828807"/>
          <a:ext cx="3014653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/>
                        <a:t>배경맵</a:t>
                      </a:r>
                      <a:endParaRPr lang="ko-KR" altLang="en-US" sz="1600" dirty="0"/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변수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스테이지 별 </a:t>
                      </a:r>
                      <a:r>
                        <a:rPr lang="ko-KR" altLang="en-US" sz="1200" dirty="0" err="1"/>
                        <a:t>배경맵</a:t>
                      </a:r>
                      <a:r>
                        <a:rPr lang="ko-KR" altLang="en-US" sz="1200" dirty="0"/>
                        <a:t>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50" name="타원 49">
            <a:extLst>
              <a:ext uri="{FF2B5EF4-FFF2-40B4-BE49-F238E27FC236}">
                <a16:creationId xmlns:a16="http://schemas.microsoft.com/office/drawing/2014/main" id="{A28650FE-1BE3-413E-A46C-85CFDE115A31}"/>
              </a:ext>
            </a:extLst>
          </p:cNvPr>
          <p:cNvSpPr/>
          <p:nvPr/>
        </p:nvSpPr>
        <p:spPr>
          <a:xfrm>
            <a:off x="7950221" y="170184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cxnSp>
        <p:nvCxnSpPr>
          <p:cNvPr id="61" name="연결선: 꺾임 60">
            <a:extLst>
              <a:ext uri="{FF2B5EF4-FFF2-40B4-BE49-F238E27FC236}">
                <a16:creationId xmlns:a16="http://schemas.microsoft.com/office/drawing/2014/main" id="{05D3137A-9AB5-4A0C-9F2E-8A42EAD5787F}"/>
              </a:ext>
            </a:extLst>
          </p:cNvPr>
          <p:cNvCxnSpPr>
            <a:cxnSpLocks/>
          </p:cNvCxnSpPr>
          <p:nvPr/>
        </p:nvCxnSpPr>
        <p:spPr>
          <a:xfrm rot="10800000">
            <a:off x="3871081" y="3351303"/>
            <a:ext cx="937937" cy="641165"/>
          </a:xfrm>
          <a:prstGeom prst="bentConnector3">
            <a:avLst>
              <a:gd name="adj1" fmla="val 4403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54CB53B5-A20C-4BDF-9B2B-D682EDC8B09D}"/>
              </a:ext>
            </a:extLst>
          </p:cNvPr>
          <p:cNvSpPr/>
          <p:nvPr/>
        </p:nvSpPr>
        <p:spPr>
          <a:xfrm>
            <a:off x="4823908" y="3755136"/>
            <a:ext cx="1390279" cy="45323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메시지 박스</a:t>
            </a:r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1AFF21ED-D4B9-4362-9BD6-277C948DCF1A}"/>
              </a:ext>
            </a:extLst>
          </p:cNvPr>
          <p:cNvSpPr/>
          <p:nvPr/>
        </p:nvSpPr>
        <p:spPr>
          <a:xfrm>
            <a:off x="4710965" y="3627581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4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66" name="표 19">
            <a:extLst>
              <a:ext uri="{FF2B5EF4-FFF2-40B4-BE49-F238E27FC236}">
                <a16:creationId xmlns:a16="http://schemas.microsoft.com/office/drawing/2014/main" id="{7F9A3092-F6C9-42D1-92E5-C3A1F881A4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915549"/>
              </p:ext>
            </p:extLst>
          </p:nvPr>
        </p:nvGraphicFramePr>
        <p:xfrm>
          <a:off x="8064962" y="2684780"/>
          <a:ext cx="3014653" cy="79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성공 횟수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변수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카드 짝을 맞출 때마다 </a:t>
                      </a:r>
                      <a:r>
                        <a:rPr lang="en-US" altLang="ko-KR" sz="1200" dirty="0"/>
                        <a:t>1</a:t>
                      </a:r>
                      <a:r>
                        <a:rPr lang="ko-KR" altLang="en-US" sz="1200" dirty="0"/>
                        <a:t>씩 증가</a:t>
                      </a:r>
                      <a:r>
                        <a:rPr lang="en-US" altLang="ko-KR" sz="1200" dirty="0"/>
                        <a:t>. </a:t>
                      </a:r>
                      <a:r>
                        <a:rPr lang="ko-KR" altLang="en-US" sz="1200" dirty="0"/>
                        <a:t>깊이 </a:t>
                      </a:r>
                      <a:r>
                        <a:rPr lang="en-US" altLang="ko-KR" sz="1200" dirty="0"/>
                        <a:t>5</a:t>
                      </a:r>
                      <a:r>
                        <a:rPr lang="ko-KR" altLang="en-US" sz="1200" dirty="0"/>
                        <a:t>에서 재사용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67" name="타원 66">
            <a:extLst>
              <a:ext uri="{FF2B5EF4-FFF2-40B4-BE49-F238E27FC236}">
                <a16:creationId xmlns:a16="http://schemas.microsoft.com/office/drawing/2014/main" id="{41673868-8EEC-4917-A6CD-6F38107BA2B2}"/>
              </a:ext>
            </a:extLst>
          </p:cNvPr>
          <p:cNvSpPr/>
          <p:nvPr/>
        </p:nvSpPr>
        <p:spPr>
          <a:xfrm>
            <a:off x="7952037" y="2557818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2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68" name="표 19">
            <a:extLst>
              <a:ext uri="{FF2B5EF4-FFF2-40B4-BE49-F238E27FC236}">
                <a16:creationId xmlns:a16="http://schemas.microsoft.com/office/drawing/2014/main" id="{F6835C4E-AF82-4631-A11A-13DFEE5EA0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7872895"/>
              </p:ext>
            </p:extLst>
          </p:nvPr>
        </p:nvGraphicFramePr>
        <p:xfrm>
          <a:off x="8064962" y="3679825"/>
          <a:ext cx="3014653" cy="79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실패 횟수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변수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카드 짝을 틀릴 때마다 </a:t>
                      </a:r>
                      <a:r>
                        <a:rPr lang="en-US" altLang="ko-KR" sz="1200" dirty="0"/>
                        <a:t>1</a:t>
                      </a:r>
                      <a:r>
                        <a:rPr lang="ko-KR" altLang="en-US" sz="1200" dirty="0"/>
                        <a:t>씩 증가</a:t>
                      </a:r>
                      <a:r>
                        <a:rPr lang="en-US" altLang="ko-KR" sz="1200" dirty="0"/>
                        <a:t>. </a:t>
                      </a:r>
                      <a:r>
                        <a:rPr lang="ko-KR" altLang="en-US" sz="1200" dirty="0"/>
                        <a:t>깊이 </a:t>
                      </a:r>
                      <a:r>
                        <a:rPr lang="en-US" altLang="ko-KR" sz="1200" dirty="0"/>
                        <a:t>5</a:t>
                      </a:r>
                      <a:r>
                        <a:rPr lang="ko-KR" altLang="en-US" sz="1200" dirty="0"/>
                        <a:t>에서 재사용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69" name="타원 68">
            <a:extLst>
              <a:ext uri="{FF2B5EF4-FFF2-40B4-BE49-F238E27FC236}">
                <a16:creationId xmlns:a16="http://schemas.microsoft.com/office/drawing/2014/main" id="{BEE4BDFC-83B8-48CD-A6E6-9503661729E7}"/>
              </a:ext>
            </a:extLst>
          </p:cNvPr>
          <p:cNvSpPr/>
          <p:nvPr/>
        </p:nvSpPr>
        <p:spPr>
          <a:xfrm>
            <a:off x="7952037" y="3552863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3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962534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개체 틀 11">
            <a:extLst>
              <a:ext uri="{FF2B5EF4-FFF2-40B4-BE49-F238E27FC236}">
                <a16:creationId xmlns:a16="http://schemas.microsoft.com/office/drawing/2014/main" id="{0239F70A-02D7-442A-BB09-891E064503F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5966" r="840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2454" t="24444" r="17843" b="20301"/>
          <a:stretch/>
        </p:blipFill>
        <p:spPr>
          <a:xfrm>
            <a:off x="1011327" y="873481"/>
            <a:ext cx="3309938" cy="4593869"/>
          </a:xfrm>
          <a:prstGeom prst="rect">
            <a:avLst/>
          </a:prstGeo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1" name="직사각형 30">
            <a:extLst>
              <a:ext uri="{FF2B5EF4-FFF2-40B4-BE49-F238E27FC236}">
                <a16:creationId xmlns:a16="http://schemas.microsoft.com/office/drawing/2014/main" id="{A0595CBA-CB3E-4A7F-98FF-343060FCFDB1}"/>
              </a:ext>
            </a:extLst>
          </p:cNvPr>
          <p:cNvSpPr/>
          <p:nvPr/>
        </p:nvSpPr>
        <p:spPr>
          <a:xfrm>
            <a:off x="7560503" y="0"/>
            <a:ext cx="3901824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8A105A-C0B8-4A06-A334-959E224AD884}"/>
              </a:ext>
            </a:extLst>
          </p:cNvPr>
          <p:cNvSpPr/>
          <p:nvPr/>
        </p:nvSpPr>
        <p:spPr>
          <a:xfrm>
            <a:off x="1103689" y="1009651"/>
            <a:ext cx="3112655" cy="4329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FBDF28BF-8622-43EE-ACC8-45DAB362B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3128" y="996384"/>
            <a:ext cx="2443576" cy="4340726"/>
          </a:xfrm>
          <a:prstGeom prst="rect">
            <a:avLst/>
          </a:prstGeom>
        </p:spPr>
      </p:pic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E004457C-BC16-4C09-A3C8-B08FAE1043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6316530"/>
              </p:ext>
            </p:extLst>
          </p:nvPr>
        </p:nvGraphicFramePr>
        <p:xfrm>
          <a:off x="8370723" y="165971"/>
          <a:ext cx="22813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8">
                  <a:extLst>
                    <a:ext uri="{9D8B030D-6E8A-4147-A177-3AD203B41FA5}">
                      <a16:colId xmlns:a16="http://schemas.microsoft.com/office/drawing/2014/main" val="1354924950"/>
                    </a:ext>
                  </a:extLst>
                </a:gridCol>
                <a:gridCol w="570346">
                  <a:extLst>
                    <a:ext uri="{9D8B030D-6E8A-4147-A177-3AD203B41FA5}">
                      <a16:colId xmlns:a16="http://schemas.microsoft.com/office/drawing/2014/main" val="3471555624"/>
                    </a:ext>
                  </a:extLst>
                </a:gridCol>
              </a:tblGrid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깊이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4</a:t>
                      </a:r>
                      <a:endParaRPr lang="ko-KR" altLang="en-US" b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87282613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상호작용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317849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변화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863785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변수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523282"/>
                  </a:ext>
                </a:extLst>
              </a:tr>
            </a:tbl>
          </a:graphicData>
        </a:graphic>
      </p:graphicFrame>
      <p:cxnSp>
        <p:nvCxnSpPr>
          <p:cNvPr id="34" name="연결선: 꺾임 33">
            <a:extLst>
              <a:ext uri="{FF2B5EF4-FFF2-40B4-BE49-F238E27FC236}">
                <a16:creationId xmlns:a16="http://schemas.microsoft.com/office/drawing/2014/main" id="{9156F824-5CBC-464F-9300-F8A625D76BCE}"/>
              </a:ext>
            </a:extLst>
          </p:cNvPr>
          <p:cNvCxnSpPr>
            <a:cxnSpLocks/>
            <a:stCxn id="38" idx="1"/>
          </p:cNvCxnSpPr>
          <p:nvPr/>
        </p:nvCxnSpPr>
        <p:spPr>
          <a:xfrm rot="10800000" flipV="1">
            <a:off x="2174033" y="1599969"/>
            <a:ext cx="2575500" cy="497096"/>
          </a:xfrm>
          <a:prstGeom prst="bentConnector3">
            <a:avLst>
              <a:gd name="adj1" fmla="val 1413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88C601EB-A374-4EF4-B787-A9B1CB920915}"/>
              </a:ext>
            </a:extLst>
          </p:cNvPr>
          <p:cNvSpPr/>
          <p:nvPr/>
        </p:nvSpPr>
        <p:spPr>
          <a:xfrm>
            <a:off x="4749533" y="1373350"/>
            <a:ext cx="1885709" cy="453238"/>
          </a:xfrm>
          <a:prstGeom prst="rect">
            <a:avLst/>
          </a:prstGeom>
          <a:solidFill>
            <a:srgbClr val="49883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/>
              <a:t>플레이어 캐릭터</a:t>
            </a:r>
            <a:endParaRPr lang="ko-KR" altLang="en-US" dirty="0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44D7CEEE-2BC6-47AD-9673-5B8F03E57C05}"/>
              </a:ext>
            </a:extLst>
          </p:cNvPr>
          <p:cNvSpPr/>
          <p:nvPr/>
        </p:nvSpPr>
        <p:spPr>
          <a:xfrm>
            <a:off x="4630704" y="1252726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5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47" name="표 19">
            <a:extLst>
              <a:ext uri="{FF2B5EF4-FFF2-40B4-BE49-F238E27FC236}">
                <a16:creationId xmlns:a16="http://schemas.microsoft.com/office/drawing/2014/main" id="{63DF977B-BF3C-4790-B86E-B58F798B41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2201637"/>
              </p:ext>
            </p:extLst>
          </p:nvPr>
        </p:nvGraphicFramePr>
        <p:xfrm>
          <a:off x="8073658" y="1921944"/>
          <a:ext cx="3014653" cy="2346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플레이어 캐릭터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왼쪽에서 등장하여 </a:t>
                      </a:r>
                      <a:r>
                        <a:rPr lang="ko-KR" altLang="en-US" sz="1200" u="sng" dirty="0"/>
                        <a:t>가운데 위치</a:t>
                      </a:r>
                      <a:r>
                        <a:rPr lang="ko-KR" altLang="en-US" sz="1200" dirty="0"/>
                        <a:t>로 이동해 앞뒤를 살펴본 후 </a:t>
                      </a:r>
                      <a:r>
                        <a:rPr lang="ko-KR" altLang="en-US" sz="1200" u="sng" dirty="0"/>
                        <a:t>플레이어 위치</a:t>
                      </a:r>
                      <a:r>
                        <a:rPr lang="ko-KR" altLang="en-US" sz="1200" dirty="0"/>
                        <a:t>로 이동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플레이어 위치에 도달 후 </a:t>
                      </a:r>
                      <a:r>
                        <a:rPr lang="ko-KR" altLang="en-US" sz="1200" u="sng" dirty="0"/>
                        <a:t>깊이 </a:t>
                      </a:r>
                      <a:r>
                        <a:rPr lang="en-US" altLang="ko-KR" sz="1200" u="sng" dirty="0"/>
                        <a:t>5</a:t>
                      </a:r>
                      <a:r>
                        <a:rPr lang="ko-KR" altLang="en-US" sz="1200" dirty="0"/>
                        <a:t>로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변수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 err="1"/>
                        <a:t>랜덤한</a:t>
                      </a:r>
                      <a:r>
                        <a:rPr lang="ko-KR" altLang="en-US" sz="1200" dirty="0"/>
                        <a:t> 초기 등장 패턴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레벨에 따른 공격력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방어력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체력</a:t>
                      </a:r>
                      <a:endParaRPr lang="en-US" altLang="ko-KR" sz="1200" dirty="0"/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등장 속도</a:t>
                      </a:r>
                      <a:endParaRPr lang="en-US" altLang="ko-KR" sz="1200" dirty="0"/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스킬 공격력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462342567"/>
                  </a:ext>
                </a:extLst>
              </a:tr>
            </a:tbl>
          </a:graphicData>
        </a:graphic>
      </p:graphicFrame>
      <p:sp>
        <p:nvSpPr>
          <p:cNvPr id="48" name="타원 47">
            <a:extLst>
              <a:ext uri="{FF2B5EF4-FFF2-40B4-BE49-F238E27FC236}">
                <a16:creationId xmlns:a16="http://schemas.microsoft.com/office/drawing/2014/main" id="{553FBBF1-3EA9-492C-A634-E0EEA6669A0C}"/>
              </a:ext>
            </a:extLst>
          </p:cNvPr>
          <p:cNvSpPr/>
          <p:nvPr/>
        </p:nvSpPr>
        <p:spPr>
          <a:xfrm>
            <a:off x="7960733" y="1794982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5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E2A6E93A-5461-4CBF-A75F-C7C0A7CADEAF}"/>
              </a:ext>
            </a:extLst>
          </p:cNvPr>
          <p:cNvGrpSpPr/>
          <p:nvPr/>
        </p:nvGrpSpPr>
        <p:grpSpPr>
          <a:xfrm>
            <a:off x="9616490" y="4523780"/>
            <a:ext cx="1524853" cy="1213220"/>
            <a:chOff x="4385999" y="4272456"/>
            <a:chExt cx="2576561" cy="2049992"/>
          </a:xfrm>
        </p:grpSpPr>
        <p:pic>
          <p:nvPicPr>
            <p:cNvPr id="35" name="그림 34">
              <a:extLst>
                <a:ext uri="{FF2B5EF4-FFF2-40B4-BE49-F238E27FC236}">
                  <a16:creationId xmlns:a16="http://schemas.microsoft.com/office/drawing/2014/main" id="{DEFAA3FB-87B6-4573-A532-CE92904C64D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b="64835"/>
            <a:stretch/>
          </p:blipFill>
          <p:spPr>
            <a:xfrm>
              <a:off x="4491507" y="4272456"/>
              <a:ext cx="2365547" cy="1479306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33C9B59-8FB9-4EE8-BD38-84205C94A2C9}"/>
                </a:ext>
              </a:extLst>
            </p:cNvPr>
            <p:cNvSpPr txBox="1"/>
            <p:nvPr/>
          </p:nvSpPr>
          <p:spPr>
            <a:xfrm>
              <a:off x="4385999" y="5750389"/>
              <a:ext cx="2576561" cy="5720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600" dirty="0"/>
                <a:t>플레이어 위치</a:t>
              </a:r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5624EB10-3019-40C9-B48C-BA85CC7E8A5A}"/>
              </a:ext>
            </a:extLst>
          </p:cNvPr>
          <p:cNvGrpSpPr/>
          <p:nvPr/>
        </p:nvGrpSpPr>
        <p:grpSpPr>
          <a:xfrm>
            <a:off x="8073659" y="4518884"/>
            <a:ext cx="1441582" cy="1216514"/>
            <a:chOff x="4630704" y="2206647"/>
            <a:chExt cx="2382700" cy="2010699"/>
          </a:xfrm>
        </p:grpSpPr>
        <p:pic>
          <p:nvPicPr>
            <p:cNvPr id="51" name="그림 50">
              <a:extLst>
                <a:ext uri="{FF2B5EF4-FFF2-40B4-BE49-F238E27FC236}">
                  <a16:creationId xmlns:a16="http://schemas.microsoft.com/office/drawing/2014/main" id="{A5C78F49-8A75-4C85-81EE-8F656B739C0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b="64773"/>
            <a:stretch/>
          </p:blipFill>
          <p:spPr>
            <a:xfrm>
              <a:off x="4630704" y="2206647"/>
              <a:ext cx="2365547" cy="1476559"/>
            </a:xfrm>
            <a:prstGeom prst="rect">
              <a:avLst/>
            </a:prstGeom>
          </p:spPr>
        </p:pic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5450A0E1-F6BE-4D91-BBEB-E1D004F2567D}"/>
                </a:ext>
              </a:extLst>
            </p:cNvPr>
            <p:cNvSpPr txBox="1"/>
            <p:nvPr/>
          </p:nvSpPr>
          <p:spPr>
            <a:xfrm>
              <a:off x="4630704" y="3683207"/>
              <a:ext cx="2382700" cy="5341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500" dirty="0"/>
                <a:t>가운데 위치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246747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개체 틀 11">
            <a:extLst>
              <a:ext uri="{FF2B5EF4-FFF2-40B4-BE49-F238E27FC236}">
                <a16:creationId xmlns:a16="http://schemas.microsoft.com/office/drawing/2014/main" id="{0239F70A-02D7-442A-BB09-891E064503F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5966" r="840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2454" t="24444" r="17843" b="20301"/>
          <a:stretch/>
        </p:blipFill>
        <p:spPr>
          <a:xfrm>
            <a:off x="1011327" y="873481"/>
            <a:ext cx="3309938" cy="4593869"/>
          </a:xfrm>
          <a:prstGeom prst="rect">
            <a:avLst/>
          </a:prstGeo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1" name="직사각형 30">
            <a:extLst>
              <a:ext uri="{FF2B5EF4-FFF2-40B4-BE49-F238E27FC236}">
                <a16:creationId xmlns:a16="http://schemas.microsoft.com/office/drawing/2014/main" id="{A0595CBA-CB3E-4A7F-98FF-343060FCFDB1}"/>
              </a:ext>
            </a:extLst>
          </p:cNvPr>
          <p:cNvSpPr/>
          <p:nvPr/>
        </p:nvSpPr>
        <p:spPr>
          <a:xfrm>
            <a:off x="7560503" y="0"/>
            <a:ext cx="3901824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8A105A-C0B8-4A06-A334-959E224AD884}"/>
              </a:ext>
            </a:extLst>
          </p:cNvPr>
          <p:cNvSpPr/>
          <p:nvPr/>
        </p:nvSpPr>
        <p:spPr>
          <a:xfrm>
            <a:off x="1103689" y="1009651"/>
            <a:ext cx="3112655" cy="4329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FBDF28BF-8622-43EE-ACC8-45DAB362B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9258" y="1009651"/>
            <a:ext cx="2439711" cy="4329112"/>
          </a:xfrm>
          <a:prstGeom prst="rect">
            <a:avLst/>
          </a:prstGeom>
        </p:spPr>
      </p:pic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E004457C-BC16-4C09-A3C8-B08FAE1043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3068139"/>
              </p:ext>
            </p:extLst>
          </p:nvPr>
        </p:nvGraphicFramePr>
        <p:xfrm>
          <a:off x="8370723" y="165971"/>
          <a:ext cx="22813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8">
                  <a:extLst>
                    <a:ext uri="{9D8B030D-6E8A-4147-A177-3AD203B41FA5}">
                      <a16:colId xmlns:a16="http://schemas.microsoft.com/office/drawing/2014/main" val="1354924950"/>
                    </a:ext>
                  </a:extLst>
                </a:gridCol>
                <a:gridCol w="570346">
                  <a:extLst>
                    <a:ext uri="{9D8B030D-6E8A-4147-A177-3AD203B41FA5}">
                      <a16:colId xmlns:a16="http://schemas.microsoft.com/office/drawing/2014/main" val="3471555624"/>
                    </a:ext>
                  </a:extLst>
                </a:gridCol>
              </a:tblGrid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깊이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5</a:t>
                      </a:r>
                      <a:endParaRPr lang="ko-KR" altLang="en-US" b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87282613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상호작용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317849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변화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863785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변수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523282"/>
                  </a:ext>
                </a:extLst>
              </a:tr>
            </a:tbl>
          </a:graphicData>
        </a:graphic>
      </p:graphicFrame>
      <p:graphicFrame>
        <p:nvGraphicFramePr>
          <p:cNvPr id="59" name="표 19">
            <a:extLst>
              <a:ext uri="{FF2B5EF4-FFF2-40B4-BE49-F238E27FC236}">
                <a16:creationId xmlns:a16="http://schemas.microsoft.com/office/drawing/2014/main" id="{0BEE37FF-5ABE-48BE-B091-1F786F6ABB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0756463"/>
              </p:ext>
            </p:extLst>
          </p:nvPr>
        </p:nvGraphicFramePr>
        <p:xfrm>
          <a:off x="8063146" y="1828807"/>
          <a:ext cx="3014653" cy="1158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미니상태창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변수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캐릭터 이름</a:t>
                      </a:r>
                      <a:endParaRPr lang="en-US" altLang="ko-KR" sz="1200" dirty="0"/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공격력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방어력</a:t>
                      </a:r>
                      <a:endParaRPr lang="en-US" altLang="ko-KR" sz="1200" dirty="0"/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체력</a:t>
                      </a:r>
                      <a:r>
                        <a:rPr lang="en-US" altLang="ko-KR" sz="1200" dirty="0"/>
                        <a:t>(0~1)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경험치</a:t>
                      </a:r>
                      <a:r>
                        <a:rPr lang="en-US" altLang="ko-KR" sz="1200" dirty="0"/>
                        <a:t>(0~1)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50" name="타원 49">
            <a:extLst>
              <a:ext uri="{FF2B5EF4-FFF2-40B4-BE49-F238E27FC236}">
                <a16:creationId xmlns:a16="http://schemas.microsoft.com/office/drawing/2014/main" id="{A28650FE-1BE3-413E-A46C-85CFDE115A31}"/>
              </a:ext>
            </a:extLst>
          </p:cNvPr>
          <p:cNvSpPr/>
          <p:nvPr/>
        </p:nvSpPr>
        <p:spPr>
          <a:xfrm>
            <a:off x="7950221" y="170184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68" name="표 19">
            <a:extLst>
              <a:ext uri="{FF2B5EF4-FFF2-40B4-BE49-F238E27FC236}">
                <a16:creationId xmlns:a16="http://schemas.microsoft.com/office/drawing/2014/main" id="{F6835C4E-AF82-4631-A11A-13DFEE5EA0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1267532"/>
              </p:ext>
            </p:extLst>
          </p:nvPr>
        </p:nvGraphicFramePr>
        <p:xfrm>
          <a:off x="8063146" y="3199370"/>
          <a:ext cx="3014653" cy="1798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몬스터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u="sng" dirty="0"/>
                        <a:t>몬스터 위치</a:t>
                      </a:r>
                      <a:r>
                        <a:rPr lang="ko-KR" altLang="en-US" sz="1200" dirty="0"/>
                        <a:t> 기준 우측에서 걸어오거나 상단에서 내려옴</a:t>
                      </a:r>
                      <a:r>
                        <a:rPr lang="en-US" altLang="ko-KR" sz="12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변수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 err="1"/>
                        <a:t>랜덤한</a:t>
                      </a:r>
                      <a:r>
                        <a:rPr lang="ko-KR" altLang="en-US" sz="1200" dirty="0"/>
                        <a:t> 초기 등장 패턴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몬스터 종류에 따른 체력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공격력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방어력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허용 오답 횟수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이름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654829734"/>
                  </a:ext>
                </a:extLst>
              </a:tr>
            </a:tbl>
          </a:graphicData>
        </a:graphic>
      </p:graphicFrame>
      <p:sp>
        <p:nvSpPr>
          <p:cNvPr id="69" name="타원 68">
            <a:extLst>
              <a:ext uri="{FF2B5EF4-FFF2-40B4-BE49-F238E27FC236}">
                <a16:creationId xmlns:a16="http://schemas.microsoft.com/office/drawing/2014/main" id="{BEE4BDFC-83B8-48CD-A6E6-9503661729E7}"/>
              </a:ext>
            </a:extLst>
          </p:cNvPr>
          <p:cNvSpPr/>
          <p:nvPr/>
        </p:nvSpPr>
        <p:spPr>
          <a:xfrm>
            <a:off x="7950221" y="3072408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2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cxnSp>
        <p:nvCxnSpPr>
          <p:cNvPr id="70" name="연결선: 꺾임 69">
            <a:extLst>
              <a:ext uri="{FF2B5EF4-FFF2-40B4-BE49-F238E27FC236}">
                <a16:creationId xmlns:a16="http://schemas.microsoft.com/office/drawing/2014/main" id="{7A48D8E8-B4CF-43D3-B140-93DE72F4C00D}"/>
              </a:ext>
            </a:extLst>
          </p:cNvPr>
          <p:cNvCxnSpPr>
            <a:cxnSpLocks/>
          </p:cNvCxnSpPr>
          <p:nvPr/>
        </p:nvCxnSpPr>
        <p:spPr>
          <a:xfrm rot="10800000" flipV="1">
            <a:off x="2313993" y="608016"/>
            <a:ext cx="2746311" cy="630173"/>
          </a:xfrm>
          <a:prstGeom prst="bentConnector3">
            <a:avLst>
              <a:gd name="adj1" fmla="val 2621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2E75E6E7-C252-49E8-AB3C-DA359AD83B88}"/>
              </a:ext>
            </a:extLst>
          </p:cNvPr>
          <p:cNvSpPr/>
          <p:nvPr/>
        </p:nvSpPr>
        <p:spPr>
          <a:xfrm>
            <a:off x="5073716" y="381396"/>
            <a:ext cx="1364406" cy="45323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/>
              <a:t>미니상태창</a:t>
            </a:r>
            <a:endParaRPr lang="en-US" altLang="ko-KR" dirty="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83EF139B-4BE3-4A7E-8A47-86E94C0D34C0}"/>
              </a:ext>
            </a:extLst>
          </p:cNvPr>
          <p:cNvSpPr/>
          <p:nvPr/>
        </p:nvSpPr>
        <p:spPr>
          <a:xfrm>
            <a:off x="4948180" y="260693"/>
            <a:ext cx="237660" cy="232182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cxnSp>
        <p:nvCxnSpPr>
          <p:cNvPr id="76" name="연결선: 꺾임 75">
            <a:extLst>
              <a:ext uri="{FF2B5EF4-FFF2-40B4-BE49-F238E27FC236}">
                <a16:creationId xmlns:a16="http://schemas.microsoft.com/office/drawing/2014/main" id="{B6664141-AB91-46F2-8339-853D0F2B7A79}"/>
              </a:ext>
            </a:extLst>
          </p:cNvPr>
          <p:cNvCxnSpPr>
            <a:cxnSpLocks/>
            <a:stCxn id="77" idx="1"/>
          </p:cNvCxnSpPr>
          <p:nvPr/>
        </p:nvCxnSpPr>
        <p:spPr>
          <a:xfrm rot="10800000">
            <a:off x="3896424" y="2054416"/>
            <a:ext cx="1270652" cy="77020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203CA225-AB60-4B16-B9ED-2316D77B4EDF}"/>
              </a:ext>
            </a:extLst>
          </p:cNvPr>
          <p:cNvSpPr/>
          <p:nvPr/>
        </p:nvSpPr>
        <p:spPr>
          <a:xfrm>
            <a:off x="5167076" y="2598005"/>
            <a:ext cx="922344" cy="45323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몬스터</a:t>
            </a:r>
            <a:endParaRPr lang="en-US" altLang="ko-KR" dirty="0"/>
          </a:p>
        </p:txBody>
      </p:sp>
      <p:sp>
        <p:nvSpPr>
          <p:cNvPr id="78" name="타원 77">
            <a:extLst>
              <a:ext uri="{FF2B5EF4-FFF2-40B4-BE49-F238E27FC236}">
                <a16:creationId xmlns:a16="http://schemas.microsoft.com/office/drawing/2014/main" id="{C08BCC89-5EAF-4A7C-BF53-B3B75BA84103}"/>
              </a:ext>
            </a:extLst>
          </p:cNvPr>
          <p:cNvSpPr/>
          <p:nvPr/>
        </p:nvSpPr>
        <p:spPr>
          <a:xfrm>
            <a:off x="5041540" y="2477302"/>
            <a:ext cx="237660" cy="232182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2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435A4333-EB6E-44BC-A005-9BF92BD77517}"/>
              </a:ext>
            </a:extLst>
          </p:cNvPr>
          <p:cNvGrpSpPr/>
          <p:nvPr/>
        </p:nvGrpSpPr>
        <p:grpSpPr>
          <a:xfrm>
            <a:off x="10490670" y="5293609"/>
            <a:ext cx="625765" cy="1215258"/>
            <a:chOff x="5880879" y="4279304"/>
            <a:chExt cx="1057363" cy="2053436"/>
          </a:xfrm>
        </p:grpSpPr>
        <p:pic>
          <p:nvPicPr>
            <p:cNvPr id="88" name="그림 87">
              <a:extLst>
                <a:ext uri="{FF2B5EF4-FFF2-40B4-BE49-F238E27FC236}">
                  <a16:creationId xmlns:a16="http://schemas.microsoft.com/office/drawing/2014/main" id="{79ED910A-1074-481D-9D81-3A4B7D8EC83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59848"/>
            <a:stretch/>
          </p:blipFill>
          <p:spPr>
            <a:xfrm>
              <a:off x="5907232" y="4279304"/>
              <a:ext cx="949820" cy="1465611"/>
            </a:xfrm>
            <a:prstGeom prst="rect">
              <a:avLst/>
            </a:prstGeom>
          </p:spPr>
        </p:pic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1393E3A1-034B-4900-BB66-CD3F40A3DDCA}"/>
                </a:ext>
              </a:extLst>
            </p:cNvPr>
            <p:cNvSpPr txBox="1"/>
            <p:nvPr/>
          </p:nvSpPr>
          <p:spPr>
            <a:xfrm>
              <a:off x="5880879" y="5760681"/>
              <a:ext cx="1057363" cy="5720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600" dirty="0"/>
                <a:t>상단</a:t>
              </a:r>
            </a:p>
          </p:txBody>
        </p:sp>
      </p:grpSp>
      <p:grpSp>
        <p:nvGrpSpPr>
          <p:cNvPr id="90" name="그룹 89">
            <a:extLst>
              <a:ext uri="{FF2B5EF4-FFF2-40B4-BE49-F238E27FC236}">
                <a16:creationId xmlns:a16="http://schemas.microsoft.com/office/drawing/2014/main" id="{F1E7BD57-F1C7-472A-AA09-372E5526F7A7}"/>
              </a:ext>
            </a:extLst>
          </p:cNvPr>
          <p:cNvGrpSpPr/>
          <p:nvPr/>
        </p:nvGrpSpPr>
        <p:grpSpPr>
          <a:xfrm>
            <a:off x="9684816" y="5284660"/>
            <a:ext cx="625766" cy="1216513"/>
            <a:chOff x="6066092" y="2206647"/>
            <a:chExt cx="1034289" cy="2010697"/>
          </a:xfrm>
        </p:grpSpPr>
        <p:pic>
          <p:nvPicPr>
            <p:cNvPr id="91" name="그림 90">
              <a:extLst>
                <a:ext uri="{FF2B5EF4-FFF2-40B4-BE49-F238E27FC236}">
                  <a16:creationId xmlns:a16="http://schemas.microsoft.com/office/drawing/2014/main" id="{B419CEC2-7A1D-4045-94F0-3BDAD740F42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67446"/>
            <a:stretch/>
          </p:blipFill>
          <p:spPr>
            <a:xfrm>
              <a:off x="6221418" y="2206647"/>
              <a:ext cx="761254" cy="1476558"/>
            </a:xfrm>
            <a:prstGeom prst="rect">
              <a:avLst/>
            </a:prstGeom>
          </p:spPr>
        </p:pic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C00F51-FEC4-47E4-8D59-C5DAFFE3ABB9}"/>
                </a:ext>
              </a:extLst>
            </p:cNvPr>
            <p:cNvSpPr txBox="1"/>
            <p:nvPr/>
          </p:nvSpPr>
          <p:spPr>
            <a:xfrm>
              <a:off x="6066092" y="3683205"/>
              <a:ext cx="1034289" cy="5341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500" dirty="0"/>
                <a:t>우측</a:t>
              </a:r>
            </a:p>
          </p:txBody>
        </p:sp>
      </p:grp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361CB6CD-B8B0-4997-B069-27ECFC6EF263}"/>
              </a:ext>
            </a:extLst>
          </p:cNvPr>
          <p:cNvGrpSpPr/>
          <p:nvPr/>
        </p:nvGrpSpPr>
        <p:grpSpPr>
          <a:xfrm>
            <a:off x="8063146" y="5284660"/>
            <a:ext cx="1441582" cy="1204938"/>
            <a:chOff x="4630704" y="2225780"/>
            <a:chExt cx="2382700" cy="1991566"/>
          </a:xfrm>
        </p:grpSpPr>
        <p:pic>
          <p:nvPicPr>
            <p:cNvPr id="97" name="그림 96">
              <a:extLst>
                <a:ext uri="{FF2B5EF4-FFF2-40B4-BE49-F238E27FC236}">
                  <a16:creationId xmlns:a16="http://schemas.microsoft.com/office/drawing/2014/main" id="{40DA91F4-501C-47AE-ABA7-DBDCAF20EEA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644284" y="2225780"/>
              <a:ext cx="2338386" cy="1438292"/>
            </a:xfrm>
            <a:prstGeom prst="rect">
              <a:avLst/>
            </a:prstGeom>
          </p:spPr>
        </p:pic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8A21A577-4799-4CFF-ADD4-C823EFE73239}"/>
                </a:ext>
              </a:extLst>
            </p:cNvPr>
            <p:cNvSpPr txBox="1"/>
            <p:nvPr/>
          </p:nvSpPr>
          <p:spPr>
            <a:xfrm>
              <a:off x="4630704" y="3683207"/>
              <a:ext cx="2382700" cy="5341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500" dirty="0"/>
                <a:t>몬스터 위치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044295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개체 틀 11">
            <a:extLst>
              <a:ext uri="{FF2B5EF4-FFF2-40B4-BE49-F238E27FC236}">
                <a16:creationId xmlns:a16="http://schemas.microsoft.com/office/drawing/2014/main" id="{0239F70A-02D7-442A-BB09-891E064503F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5966" r="840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2454" t="24444" r="17843" b="20301"/>
          <a:stretch/>
        </p:blipFill>
        <p:spPr>
          <a:xfrm>
            <a:off x="1011327" y="873481"/>
            <a:ext cx="3309938" cy="4593869"/>
          </a:xfrm>
          <a:prstGeom prst="rect">
            <a:avLst/>
          </a:prstGeo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1" name="직사각형 30">
            <a:extLst>
              <a:ext uri="{FF2B5EF4-FFF2-40B4-BE49-F238E27FC236}">
                <a16:creationId xmlns:a16="http://schemas.microsoft.com/office/drawing/2014/main" id="{A0595CBA-CB3E-4A7F-98FF-343060FCFDB1}"/>
              </a:ext>
            </a:extLst>
          </p:cNvPr>
          <p:cNvSpPr/>
          <p:nvPr/>
        </p:nvSpPr>
        <p:spPr>
          <a:xfrm>
            <a:off x="7560503" y="0"/>
            <a:ext cx="3901824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8A105A-C0B8-4A06-A334-959E224AD884}"/>
              </a:ext>
            </a:extLst>
          </p:cNvPr>
          <p:cNvSpPr/>
          <p:nvPr/>
        </p:nvSpPr>
        <p:spPr>
          <a:xfrm>
            <a:off x="1103689" y="1009651"/>
            <a:ext cx="3112655" cy="4329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FBDF28BF-8622-43EE-ACC8-45DAB362B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9258" y="1009651"/>
            <a:ext cx="2439711" cy="4329112"/>
          </a:xfrm>
          <a:prstGeom prst="rect">
            <a:avLst/>
          </a:prstGeom>
        </p:spPr>
      </p:pic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E004457C-BC16-4C09-A3C8-B08FAE1043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6898793"/>
              </p:ext>
            </p:extLst>
          </p:nvPr>
        </p:nvGraphicFramePr>
        <p:xfrm>
          <a:off x="8370723" y="165971"/>
          <a:ext cx="22813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8">
                  <a:extLst>
                    <a:ext uri="{9D8B030D-6E8A-4147-A177-3AD203B41FA5}">
                      <a16:colId xmlns:a16="http://schemas.microsoft.com/office/drawing/2014/main" val="1354924950"/>
                    </a:ext>
                  </a:extLst>
                </a:gridCol>
                <a:gridCol w="570346">
                  <a:extLst>
                    <a:ext uri="{9D8B030D-6E8A-4147-A177-3AD203B41FA5}">
                      <a16:colId xmlns:a16="http://schemas.microsoft.com/office/drawing/2014/main" val="3471555624"/>
                    </a:ext>
                  </a:extLst>
                </a:gridCol>
              </a:tblGrid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깊이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5</a:t>
                      </a:r>
                      <a:endParaRPr lang="ko-KR" altLang="en-US" b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87282613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상호작용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317849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변화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863785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변수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523282"/>
                  </a:ext>
                </a:extLst>
              </a:tr>
            </a:tbl>
          </a:graphicData>
        </a:graphic>
      </p:graphicFrame>
      <p:graphicFrame>
        <p:nvGraphicFramePr>
          <p:cNvPr id="59" name="표 19">
            <a:extLst>
              <a:ext uri="{FF2B5EF4-FFF2-40B4-BE49-F238E27FC236}">
                <a16:creationId xmlns:a16="http://schemas.microsoft.com/office/drawing/2014/main" id="{0BEE37FF-5ABE-48BE-B091-1F786F6ABB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8000973"/>
              </p:ext>
            </p:extLst>
          </p:nvPr>
        </p:nvGraphicFramePr>
        <p:xfrm>
          <a:off x="8063146" y="1828807"/>
          <a:ext cx="3014653" cy="97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메시지 박스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캐릭터가 플레이어 위치에 도달 시  </a:t>
                      </a:r>
                      <a:r>
                        <a:rPr lang="en-US" altLang="ko-KR" sz="1200" dirty="0"/>
                        <a:t>“</a:t>
                      </a:r>
                      <a:r>
                        <a:rPr lang="ko-KR" altLang="en-US" sz="1200" dirty="0"/>
                        <a:t>몬스터 등장</a:t>
                      </a:r>
                      <a:r>
                        <a:rPr lang="en-US" altLang="ko-KR" sz="1200" dirty="0"/>
                        <a:t>!?!”</a:t>
                      </a:r>
                      <a:r>
                        <a:rPr lang="ko-KR" altLang="en-US" sz="1200" dirty="0"/>
                        <a:t>으로 변경</a:t>
                      </a:r>
                      <a:r>
                        <a:rPr lang="en-US" altLang="ko-KR" sz="12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50" name="타원 49">
            <a:extLst>
              <a:ext uri="{FF2B5EF4-FFF2-40B4-BE49-F238E27FC236}">
                <a16:creationId xmlns:a16="http://schemas.microsoft.com/office/drawing/2014/main" id="{A28650FE-1BE3-413E-A46C-85CFDE115A31}"/>
              </a:ext>
            </a:extLst>
          </p:cNvPr>
          <p:cNvSpPr/>
          <p:nvPr/>
        </p:nvSpPr>
        <p:spPr>
          <a:xfrm>
            <a:off x="7950221" y="170184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3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cxnSp>
        <p:nvCxnSpPr>
          <p:cNvPr id="61" name="연결선: 꺾임 60">
            <a:extLst>
              <a:ext uri="{FF2B5EF4-FFF2-40B4-BE49-F238E27FC236}">
                <a16:creationId xmlns:a16="http://schemas.microsoft.com/office/drawing/2014/main" id="{05D3137A-9AB5-4A0C-9F2E-8A42EAD5787F}"/>
              </a:ext>
            </a:extLst>
          </p:cNvPr>
          <p:cNvCxnSpPr>
            <a:cxnSpLocks/>
          </p:cNvCxnSpPr>
          <p:nvPr/>
        </p:nvCxnSpPr>
        <p:spPr>
          <a:xfrm rot="10800000">
            <a:off x="3853523" y="3173583"/>
            <a:ext cx="937937" cy="641165"/>
          </a:xfrm>
          <a:prstGeom prst="bentConnector3">
            <a:avLst>
              <a:gd name="adj1" fmla="val 4403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54CB53B5-A20C-4BDF-9B2B-D682EDC8B09D}"/>
              </a:ext>
            </a:extLst>
          </p:cNvPr>
          <p:cNvSpPr/>
          <p:nvPr/>
        </p:nvSpPr>
        <p:spPr>
          <a:xfrm>
            <a:off x="4806350" y="3577416"/>
            <a:ext cx="1409723" cy="45323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/>
              <a:t>메시지 박스</a:t>
            </a:r>
            <a:endParaRPr lang="ko-KR" altLang="en-US" dirty="0"/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1AFF21ED-D4B9-4362-9BD6-277C948DCF1A}"/>
              </a:ext>
            </a:extLst>
          </p:cNvPr>
          <p:cNvSpPr/>
          <p:nvPr/>
        </p:nvSpPr>
        <p:spPr>
          <a:xfrm>
            <a:off x="4693407" y="3449861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3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68" name="표 19">
            <a:extLst>
              <a:ext uri="{FF2B5EF4-FFF2-40B4-BE49-F238E27FC236}">
                <a16:creationId xmlns:a16="http://schemas.microsoft.com/office/drawing/2014/main" id="{F6835C4E-AF82-4631-A11A-13DFEE5EA0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6164723"/>
              </p:ext>
            </p:extLst>
          </p:nvPr>
        </p:nvGraphicFramePr>
        <p:xfrm>
          <a:off x="8063146" y="3012546"/>
          <a:ext cx="3014653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대기시간 타이머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캐릭터가 플레이어 위치에 도달 시 스테이지 대기시간으로 변경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변수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스테이지 별 대기시간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654829734"/>
                  </a:ext>
                </a:extLst>
              </a:tr>
            </a:tbl>
          </a:graphicData>
        </a:graphic>
      </p:graphicFrame>
      <p:sp>
        <p:nvSpPr>
          <p:cNvPr id="69" name="타원 68">
            <a:extLst>
              <a:ext uri="{FF2B5EF4-FFF2-40B4-BE49-F238E27FC236}">
                <a16:creationId xmlns:a16="http://schemas.microsoft.com/office/drawing/2014/main" id="{BEE4BDFC-83B8-48CD-A6E6-9503661729E7}"/>
              </a:ext>
            </a:extLst>
          </p:cNvPr>
          <p:cNvSpPr/>
          <p:nvPr/>
        </p:nvSpPr>
        <p:spPr>
          <a:xfrm>
            <a:off x="7950221" y="2885584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4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E1363D92-2199-4E53-AF1B-70332BF646EA}"/>
              </a:ext>
            </a:extLst>
          </p:cNvPr>
          <p:cNvSpPr/>
          <p:nvPr/>
        </p:nvSpPr>
        <p:spPr>
          <a:xfrm>
            <a:off x="4766583" y="4540140"/>
            <a:ext cx="1982995" cy="45323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대기시간 타이머</a:t>
            </a:r>
          </a:p>
        </p:txBody>
      </p:sp>
      <p:sp>
        <p:nvSpPr>
          <p:cNvPr id="81" name="타원 80">
            <a:extLst>
              <a:ext uri="{FF2B5EF4-FFF2-40B4-BE49-F238E27FC236}">
                <a16:creationId xmlns:a16="http://schemas.microsoft.com/office/drawing/2014/main" id="{E03C18FD-F108-4F54-8C4E-4BBFACAE53D2}"/>
              </a:ext>
            </a:extLst>
          </p:cNvPr>
          <p:cNvSpPr/>
          <p:nvPr/>
        </p:nvSpPr>
        <p:spPr>
          <a:xfrm>
            <a:off x="4647754" y="4429373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4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cxnSp>
        <p:nvCxnSpPr>
          <p:cNvPr id="82" name="직선 연결선 81">
            <a:extLst>
              <a:ext uri="{FF2B5EF4-FFF2-40B4-BE49-F238E27FC236}">
                <a16:creationId xmlns:a16="http://schemas.microsoft.com/office/drawing/2014/main" id="{737062FB-11AA-477E-AC77-8A88B546529E}"/>
              </a:ext>
            </a:extLst>
          </p:cNvPr>
          <p:cNvCxnSpPr>
            <a:cxnSpLocks/>
            <a:stCxn id="80" idx="1"/>
          </p:cNvCxnSpPr>
          <p:nvPr/>
        </p:nvCxnSpPr>
        <p:spPr>
          <a:xfrm flipH="1">
            <a:off x="2668557" y="4766759"/>
            <a:ext cx="2098026" cy="269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CF75E837-482D-4981-970E-AA8884D4AF79}"/>
              </a:ext>
            </a:extLst>
          </p:cNvPr>
          <p:cNvCxnSpPr>
            <a:cxnSpLocks/>
          </p:cNvCxnSpPr>
          <p:nvPr/>
        </p:nvCxnSpPr>
        <p:spPr>
          <a:xfrm flipV="1">
            <a:off x="2668555" y="2864994"/>
            <a:ext cx="0" cy="19287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44936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개체 틀 11">
            <a:extLst>
              <a:ext uri="{FF2B5EF4-FFF2-40B4-BE49-F238E27FC236}">
                <a16:creationId xmlns:a16="http://schemas.microsoft.com/office/drawing/2014/main" id="{0239F70A-02D7-442A-BB09-891E064503F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5966" r="840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2454" t="24444" r="17843" b="20301"/>
          <a:stretch/>
        </p:blipFill>
        <p:spPr>
          <a:xfrm>
            <a:off x="1011327" y="873481"/>
            <a:ext cx="3309938" cy="4593869"/>
          </a:xfrm>
          <a:prstGeom prst="rect">
            <a:avLst/>
          </a:prstGeo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1" name="직사각형 30">
            <a:extLst>
              <a:ext uri="{FF2B5EF4-FFF2-40B4-BE49-F238E27FC236}">
                <a16:creationId xmlns:a16="http://schemas.microsoft.com/office/drawing/2014/main" id="{A0595CBA-CB3E-4A7F-98FF-343060FCFDB1}"/>
              </a:ext>
            </a:extLst>
          </p:cNvPr>
          <p:cNvSpPr/>
          <p:nvPr/>
        </p:nvSpPr>
        <p:spPr>
          <a:xfrm>
            <a:off x="7560503" y="0"/>
            <a:ext cx="3901824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8A105A-C0B8-4A06-A334-959E224AD884}"/>
              </a:ext>
            </a:extLst>
          </p:cNvPr>
          <p:cNvSpPr/>
          <p:nvPr/>
        </p:nvSpPr>
        <p:spPr>
          <a:xfrm>
            <a:off x="1103689" y="1009651"/>
            <a:ext cx="3112655" cy="4329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FBDF28BF-8622-43EE-ACC8-45DAB362B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1934" y="1009651"/>
            <a:ext cx="2434359" cy="4329112"/>
          </a:xfrm>
          <a:prstGeom prst="rect">
            <a:avLst/>
          </a:prstGeom>
        </p:spPr>
      </p:pic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E004457C-BC16-4C09-A3C8-B08FAE1043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8784916"/>
              </p:ext>
            </p:extLst>
          </p:nvPr>
        </p:nvGraphicFramePr>
        <p:xfrm>
          <a:off x="8370723" y="165971"/>
          <a:ext cx="22813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8">
                  <a:extLst>
                    <a:ext uri="{9D8B030D-6E8A-4147-A177-3AD203B41FA5}">
                      <a16:colId xmlns:a16="http://schemas.microsoft.com/office/drawing/2014/main" val="1354924950"/>
                    </a:ext>
                  </a:extLst>
                </a:gridCol>
                <a:gridCol w="570346">
                  <a:extLst>
                    <a:ext uri="{9D8B030D-6E8A-4147-A177-3AD203B41FA5}">
                      <a16:colId xmlns:a16="http://schemas.microsoft.com/office/drawing/2014/main" val="3471555624"/>
                    </a:ext>
                  </a:extLst>
                </a:gridCol>
              </a:tblGrid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깊이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5</a:t>
                      </a:r>
                      <a:endParaRPr lang="ko-KR" altLang="en-US" b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87282613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상호작용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317849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변화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863785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변수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523282"/>
                  </a:ext>
                </a:extLst>
              </a:tr>
            </a:tbl>
          </a:graphicData>
        </a:graphic>
      </p:graphicFrame>
      <p:graphicFrame>
        <p:nvGraphicFramePr>
          <p:cNvPr id="59" name="표 19">
            <a:extLst>
              <a:ext uri="{FF2B5EF4-FFF2-40B4-BE49-F238E27FC236}">
                <a16:creationId xmlns:a16="http://schemas.microsoft.com/office/drawing/2014/main" id="{0BEE37FF-5ABE-48BE-B091-1F786F6ABB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4234094"/>
              </p:ext>
            </p:extLst>
          </p:nvPr>
        </p:nvGraphicFramePr>
        <p:xfrm>
          <a:off x="8063146" y="1828807"/>
          <a:ext cx="3014653" cy="1432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몬스터 미니상태창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몬스터가 몬스터 위치에 도달하면 활성화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변수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몬스터 종류에 따른 이름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공격력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방어력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허용 실패 횟수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체력</a:t>
                      </a:r>
                      <a:r>
                        <a:rPr lang="en-US" altLang="ko-KR" sz="1200" dirty="0"/>
                        <a:t>(0~1)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430114458"/>
                  </a:ext>
                </a:extLst>
              </a:tr>
            </a:tbl>
          </a:graphicData>
        </a:graphic>
      </p:graphicFrame>
      <p:sp>
        <p:nvSpPr>
          <p:cNvPr id="50" name="타원 49">
            <a:extLst>
              <a:ext uri="{FF2B5EF4-FFF2-40B4-BE49-F238E27FC236}">
                <a16:creationId xmlns:a16="http://schemas.microsoft.com/office/drawing/2014/main" id="{A28650FE-1BE3-413E-A46C-85CFDE115A31}"/>
              </a:ext>
            </a:extLst>
          </p:cNvPr>
          <p:cNvSpPr/>
          <p:nvPr/>
        </p:nvSpPr>
        <p:spPr>
          <a:xfrm>
            <a:off x="7950221" y="170184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5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cxnSp>
        <p:nvCxnSpPr>
          <p:cNvPr id="70" name="연결선: 꺾임 69">
            <a:extLst>
              <a:ext uri="{FF2B5EF4-FFF2-40B4-BE49-F238E27FC236}">
                <a16:creationId xmlns:a16="http://schemas.microsoft.com/office/drawing/2014/main" id="{7A48D8E8-B4CF-43D3-B140-93DE72F4C00D}"/>
              </a:ext>
            </a:extLst>
          </p:cNvPr>
          <p:cNvCxnSpPr>
            <a:cxnSpLocks/>
          </p:cNvCxnSpPr>
          <p:nvPr/>
        </p:nvCxnSpPr>
        <p:spPr>
          <a:xfrm rot="10800000">
            <a:off x="3853524" y="1206178"/>
            <a:ext cx="1332316" cy="95852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2E75E6E7-C252-49E8-AB3C-DA359AD83B88}"/>
              </a:ext>
            </a:extLst>
          </p:cNvPr>
          <p:cNvSpPr/>
          <p:nvPr/>
        </p:nvSpPr>
        <p:spPr>
          <a:xfrm>
            <a:off x="5188436" y="1907992"/>
            <a:ext cx="2126764" cy="45323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몬스터 미니상태창</a:t>
            </a:r>
            <a:endParaRPr lang="en-US" altLang="ko-KR" dirty="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83EF139B-4BE3-4A7E-8A47-86E94C0D34C0}"/>
              </a:ext>
            </a:extLst>
          </p:cNvPr>
          <p:cNvSpPr/>
          <p:nvPr/>
        </p:nvSpPr>
        <p:spPr>
          <a:xfrm>
            <a:off x="5062900" y="1787289"/>
            <a:ext cx="237660" cy="232182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5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cxnSp>
        <p:nvCxnSpPr>
          <p:cNvPr id="27" name="연결선: 꺾임 26">
            <a:extLst>
              <a:ext uri="{FF2B5EF4-FFF2-40B4-BE49-F238E27FC236}">
                <a16:creationId xmlns:a16="http://schemas.microsoft.com/office/drawing/2014/main" id="{6F210451-3079-4742-ADAB-F5D0C4D71AFE}"/>
              </a:ext>
            </a:extLst>
          </p:cNvPr>
          <p:cNvCxnSpPr>
            <a:cxnSpLocks/>
          </p:cNvCxnSpPr>
          <p:nvPr/>
        </p:nvCxnSpPr>
        <p:spPr>
          <a:xfrm rot="10800000">
            <a:off x="3853524" y="4059654"/>
            <a:ext cx="1332316" cy="95852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67350AC-5424-49E4-A77F-0BDD3B72930E}"/>
              </a:ext>
            </a:extLst>
          </p:cNvPr>
          <p:cNvSpPr/>
          <p:nvPr/>
        </p:nvSpPr>
        <p:spPr>
          <a:xfrm>
            <a:off x="5188436" y="4761468"/>
            <a:ext cx="1184372" cy="45323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카드 구역</a:t>
            </a:r>
            <a:endParaRPr lang="en-US" altLang="ko-KR" dirty="0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770C8082-AA41-4DAB-82EE-16DC110B1D20}"/>
              </a:ext>
            </a:extLst>
          </p:cNvPr>
          <p:cNvSpPr/>
          <p:nvPr/>
        </p:nvSpPr>
        <p:spPr>
          <a:xfrm>
            <a:off x="5062900" y="4640765"/>
            <a:ext cx="237660" cy="232182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6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34" name="표 19">
            <a:extLst>
              <a:ext uri="{FF2B5EF4-FFF2-40B4-BE49-F238E27FC236}">
                <a16:creationId xmlns:a16="http://schemas.microsoft.com/office/drawing/2014/main" id="{ADBA5CC8-5669-4372-8CEF-48A2EB7A26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0476806"/>
              </p:ext>
            </p:extLst>
          </p:nvPr>
        </p:nvGraphicFramePr>
        <p:xfrm>
          <a:off x="8063146" y="3468592"/>
          <a:ext cx="3014653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카드 구역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1200" dirty="0"/>
                        <a:t>2</a:t>
                      </a:r>
                      <a:r>
                        <a:rPr lang="ko-KR" altLang="en-US" sz="1200" dirty="0"/>
                        <a:t>초 뒤 조건 체크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카드가 없으면 </a:t>
                      </a:r>
                      <a:r>
                        <a:rPr lang="ko-KR" altLang="en-US" sz="1200" u="sng" dirty="0"/>
                        <a:t>깊이 </a:t>
                      </a:r>
                      <a:r>
                        <a:rPr lang="en-US" altLang="ko-KR" sz="1200" u="sng" dirty="0"/>
                        <a:t>6</a:t>
                      </a:r>
                      <a:r>
                        <a:rPr lang="ko-KR" altLang="en-US" sz="1200" dirty="0"/>
                        <a:t>으로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카드가 있으면 </a:t>
                      </a:r>
                      <a:r>
                        <a:rPr lang="ko-KR" altLang="en-US" sz="1200" u="sng" dirty="0"/>
                        <a:t>깊이 </a:t>
                      </a:r>
                      <a:r>
                        <a:rPr lang="en-US" altLang="ko-KR" sz="1200" u="sng" dirty="0"/>
                        <a:t>7</a:t>
                      </a:r>
                      <a:r>
                        <a:rPr lang="ko-KR" altLang="en-US" sz="1200" dirty="0"/>
                        <a:t>로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변수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현재 카드 개수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430114458"/>
                  </a:ext>
                </a:extLst>
              </a:tr>
            </a:tbl>
          </a:graphicData>
        </a:graphic>
      </p:graphicFrame>
      <p:sp>
        <p:nvSpPr>
          <p:cNvPr id="35" name="타원 34">
            <a:extLst>
              <a:ext uri="{FF2B5EF4-FFF2-40B4-BE49-F238E27FC236}">
                <a16:creationId xmlns:a16="http://schemas.microsoft.com/office/drawing/2014/main" id="{4DA19428-966D-4479-8B97-6C61BE9BC574}"/>
              </a:ext>
            </a:extLst>
          </p:cNvPr>
          <p:cNvSpPr/>
          <p:nvPr/>
        </p:nvSpPr>
        <p:spPr>
          <a:xfrm>
            <a:off x="7950221" y="3341630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6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579445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개체 틀 11">
            <a:extLst>
              <a:ext uri="{FF2B5EF4-FFF2-40B4-BE49-F238E27FC236}">
                <a16:creationId xmlns:a16="http://schemas.microsoft.com/office/drawing/2014/main" id="{0239F70A-02D7-442A-BB09-891E064503F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5966" r="840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2454" t="24444" r="17843" b="20301"/>
          <a:stretch/>
        </p:blipFill>
        <p:spPr>
          <a:xfrm>
            <a:off x="1011327" y="873481"/>
            <a:ext cx="3309938" cy="4593869"/>
          </a:xfrm>
          <a:prstGeom prst="rect">
            <a:avLst/>
          </a:prstGeo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1" name="직사각형 30">
            <a:extLst>
              <a:ext uri="{FF2B5EF4-FFF2-40B4-BE49-F238E27FC236}">
                <a16:creationId xmlns:a16="http://schemas.microsoft.com/office/drawing/2014/main" id="{A0595CBA-CB3E-4A7F-98FF-343060FCFDB1}"/>
              </a:ext>
            </a:extLst>
          </p:cNvPr>
          <p:cNvSpPr/>
          <p:nvPr/>
        </p:nvSpPr>
        <p:spPr>
          <a:xfrm>
            <a:off x="7560503" y="0"/>
            <a:ext cx="3901824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8A105A-C0B8-4A06-A334-959E224AD884}"/>
              </a:ext>
            </a:extLst>
          </p:cNvPr>
          <p:cNvSpPr/>
          <p:nvPr/>
        </p:nvSpPr>
        <p:spPr>
          <a:xfrm>
            <a:off x="1103689" y="1009651"/>
            <a:ext cx="3112655" cy="4329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FBDF28BF-8622-43EE-ACC8-45DAB362B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9258" y="1018113"/>
            <a:ext cx="2439711" cy="4312188"/>
          </a:xfrm>
          <a:prstGeom prst="rect">
            <a:avLst/>
          </a:prstGeom>
        </p:spPr>
      </p:pic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E004457C-BC16-4C09-A3C8-B08FAE1043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5976833"/>
              </p:ext>
            </p:extLst>
          </p:nvPr>
        </p:nvGraphicFramePr>
        <p:xfrm>
          <a:off x="8370723" y="165971"/>
          <a:ext cx="22813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8">
                  <a:extLst>
                    <a:ext uri="{9D8B030D-6E8A-4147-A177-3AD203B41FA5}">
                      <a16:colId xmlns:a16="http://schemas.microsoft.com/office/drawing/2014/main" val="1354924950"/>
                    </a:ext>
                  </a:extLst>
                </a:gridCol>
                <a:gridCol w="570346">
                  <a:extLst>
                    <a:ext uri="{9D8B030D-6E8A-4147-A177-3AD203B41FA5}">
                      <a16:colId xmlns:a16="http://schemas.microsoft.com/office/drawing/2014/main" val="3471555624"/>
                    </a:ext>
                  </a:extLst>
                </a:gridCol>
              </a:tblGrid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깊이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6</a:t>
                      </a:r>
                      <a:endParaRPr lang="ko-KR" altLang="en-US" b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87282613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상호작용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317849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변화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863785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변수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523282"/>
                  </a:ext>
                </a:extLst>
              </a:tr>
            </a:tbl>
          </a:graphicData>
        </a:graphic>
      </p:graphicFrame>
      <p:sp>
        <p:nvSpPr>
          <p:cNvPr id="30" name="직사각형 29">
            <a:extLst>
              <a:ext uri="{FF2B5EF4-FFF2-40B4-BE49-F238E27FC236}">
                <a16:creationId xmlns:a16="http://schemas.microsoft.com/office/drawing/2014/main" id="{A58B93BC-3460-45EB-B302-714887784097}"/>
              </a:ext>
            </a:extLst>
          </p:cNvPr>
          <p:cNvSpPr/>
          <p:nvPr/>
        </p:nvSpPr>
        <p:spPr>
          <a:xfrm>
            <a:off x="4927847" y="4699946"/>
            <a:ext cx="1180848" cy="45323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카드 구역</a:t>
            </a:r>
          </a:p>
        </p:txBody>
      </p:sp>
      <p:cxnSp>
        <p:nvCxnSpPr>
          <p:cNvPr id="33" name="연결선: 꺾임 32">
            <a:extLst>
              <a:ext uri="{FF2B5EF4-FFF2-40B4-BE49-F238E27FC236}">
                <a16:creationId xmlns:a16="http://schemas.microsoft.com/office/drawing/2014/main" id="{5A2711FF-0E7D-41FC-A352-2D98085DDF13}"/>
              </a:ext>
            </a:extLst>
          </p:cNvPr>
          <p:cNvCxnSpPr>
            <a:cxnSpLocks/>
          </p:cNvCxnSpPr>
          <p:nvPr/>
        </p:nvCxnSpPr>
        <p:spPr>
          <a:xfrm rot="10800000">
            <a:off x="3464991" y="4424279"/>
            <a:ext cx="1462856" cy="502285"/>
          </a:xfrm>
          <a:prstGeom prst="bentConnector3">
            <a:avLst>
              <a:gd name="adj1" fmla="val 50000"/>
            </a:avLst>
          </a:prstGeom>
          <a:ln>
            <a:solidFill>
              <a:srgbClr val="A1D68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타원 50">
            <a:extLst>
              <a:ext uri="{FF2B5EF4-FFF2-40B4-BE49-F238E27FC236}">
                <a16:creationId xmlns:a16="http://schemas.microsoft.com/office/drawing/2014/main" id="{2C9E50F6-62A9-4532-A84D-7760601831AB}"/>
              </a:ext>
            </a:extLst>
          </p:cNvPr>
          <p:cNvSpPr/>
          <p:nvPr/>
        </p:nvSpPr>
        <p:spPr>
          <a:xfrm>
            <a:off x="4809017" y="4585023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2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59" name="표 19">
            <a:extLst>
              <a:ext uri="{FF2B5EF4-FFF2-40B4-BE49-F238E27FC236}">
                <a16:creationId xmlns:a16="http://schemas.microsoft.com/office/drawing/2014/main" id="{0BEE37FF-5ABE-48BE-B091-1F786F6ABB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4367198"/>
              </p:ext>
            </p:extLst>
          </p:nvPr>
        </p:nvGraphicFramePr>
        <p:xfrm>
          <a:off x="8063146" y="1828807"/>
          <a:ext cx="3014653" cy="79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메시지 박스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카드 구역에 카드가 모두 배치될 때까지 유지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50" name="타원 49">
            <a:extLst>
              <a:ext uri="{FF2B5EF4-FFF2-40B4-BE49-F238E27FC236}">
                <a16:creationId xmlns:a16="http://schemas.microsoft.com/office/drawing/2014/main" id="{A28650FE-1BE3-413E-A46C-85CFDE115A31}"/>
              </a:ext>
            </a:extLst>
          </p:cNvPr>
          <p:cNvSpPr/>
          <p:nvPr/>
        </p:nvSpPr>
        <p:spPr>
          <a:xfrm>
            <a:off x="7950221" y="170184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cxnSp>
        <p:nvCxnSpPr>
          <p:cNvPr id="61" name="연결선: 꺾임 60">
            <a:extLst>
              <a:ext uri="{FF2B5EF4-FFF2-40B4-BE49-F238E27FC236}">
                <a16:creationId xmlns:a16="http://schemas.microsoft.com/office/drawing/2014/main" id="{05D3137A-9AB5-4A0C-9F2E-8A42EAD5787F}"/>
              </a:ext>
            </a:extLst>
          </p:cNvPr>
          <p:cNvCxnSpPr>
            <a:cxnSpLocks/>
          </p:cNvCxnSpPr>
          <p:nvPr/>
        </p:nvCxnSpPr>
        <p:spPr>
          <a:xfrm rot="10800000">
            <a:off x="3853523" y="3173583"/>
            <a:ext cx="937937" cy="641165"/>
          </a:xfrm>
          <a:prstGeom prst="bentConnector3">
            <a:avLst>
              <a:gd name="adj1" fmla="val 4403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54CB53B5-A20C-4BDF-9B2B-D682EDC8B09D}"/>
              </a:ext>
            </a:extLst>
          </p:cNvPr>
          <p:cNvSpPr/>
          <p:nvPr/>
        </p:nvSpPr>
        <p:spPr>
          <a:xfrm>
            <a:off x="4806350" y="3577416"/>
            <a:ext cx="1409723" cy="45323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메시지 박스</a:t>
            </a:r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1AFF21ED-D4B9-4362-9BD6-277C948DCF1A}"/>
              </a:ext>
            </a:extLst>
          </p:cNvPr>
          <p:cNvSpPr/>
          <p:nvPr/>
        </p:nvSpPr>
        <p:spPr>
          <a:xfrm>
            <a:off x="4693407" y="3449861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66" name="표 19">
            <a:extLst>
              <a:ext uri="{FF2B5EF4-FFF2-40B4-BE49-F238E27FC236}">
                <a16:creationId xmlns:a16="http://schemas.microsoft.com/office/drawing/2014/main" id="{7F9A3092-F6C9-42D1-92E5-C3A1F881A4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3293267"/>
              </p:ext>
            </p:extLst>
          </p:nvPr>
        </p:nvGraphicFramePr>
        <p:xfrm>
          <a:off x="8063146" y="2842246"/>
          <a:ext cx="3014653" cy="2712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카드 구역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1200" dirty="0"/>
                        <a:t>0.1</a:t>
                      </a:r>
                      <a:r>
                        <a:rPr lang="ko-KR" altLang="en-US" sz="1200" dirty="0"/>
                        <a:t>초마다 뒷면으로 카드 한 장 씩 구역에 추가됨</a:t>
                      </a:r>
                      <a:r>
                        <a:rPr lang="en-US" altLang="ko-KR" sz="1200" dirty="0"/>
                        <a:t>. </a:t>
                      </a:r>
                      <a:r>
                        <a:rPr lang="ko-KR" altLang="en-US" sz="1200" dirty="0"/>
                        <a:t>스테이지 별 맞출 카드 수만큼 카드 배치됨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카드는 짝을 지어 순서를 섞어 배치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이미 배치된 것과 동일한 종류의 카드는 배치하지 않음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카드가 모두 배치되면 </a:t>
                      </a:r>
                      <a:r>
                        <a:rPr lang="ko-KR" altLang="en-US" sz="1200" u="sng" dirty="0"/>
                        <a:t>깊이 </a:t>
                      </a:r>
                      <a:r>
                        <a:rPr lang="en-US" altLang="ko-KR" sz="1200" u="sng" dirty="0"/>
                        <a:t>7</a:t>
                      </a:r>
                      <a:r>
                        <a:rPr lang="ko-KR" altLang="en-US" sz="1200" dirty="0"/>
                        <a:t>로</a:t>
                      </a:r>
                      <a:r>
                        <a:rPr lang="en-US" altLang="ko-KR" sz="12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변수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스테이지 별 맞출 카드 수</a:t>
                      </a:r>
                      <a:endParaRPr lang="en-US" altLang="ko-KR" sz="1200" dirty="0"/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카드 종류</a:t>
                      </a:r>
                      <a:endParaRPr lang="en-US" altLang="ko-KR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4280533473"/>
                  </a:ext>
                </a:extLst>
              </a:tr>
            </a:tbl>
          </a:graphicData>
        </a:graphic>
      </p:graphicFrame>
      <p:sp>
        <p:nvSpPr>
          <p:cNvPr id="67" name="타원 66">
            <a:extLst>
              <a:ext uri="{FF2B5EF4-FFF2-40B4-BE49-F238E27FC236}">
                <a16:creationId xmlns:a16="http://schemas.microsoft.com/office/drawing/2014/main" id="{41673868-8EEC-4917-A6CD-6F38107BA2B2}"/>
              </a:ext>
            </a:extLst>
          </p:cNvPr>
          <p:cNvSpPr/>
          <p:nvPr/>
        </p:nvSpPr>
        <p:spPr>
          <a:xfrm>
            <a:off x="7950221" y="2715284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2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36558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개체 틀 11">
            <a:extLst>
              <a:ext uri="{FF2B5EF4-FFF2-40B4-BE49-F238E27FC236}">
                <a16:creationId xmlns:a16="http://schemas.microsoft.com/office/drawing/2014/main" id="{0239F70A-02D7-442A-BB09-891E064503F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5966" r="840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2454" t="24444" r="17843" b="20301"/>
          <a:stretch/>
        </p:blipFill>
        <p:spPr>
          <a:xfrm>
            <a:off x="1011327" y="873481"/>
            <a:ext cx="3309938" cy="4593869"/>
          </a:xfrm>
          <a:prstGeom prst="rect">
            <a:avLst/>
          </a:prstGeo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1" name="직사각형 30">
            <a:extLst>
              <a:ext uri="{FF2B5EF4-FFF2-40B4-BE49-F238E27FC236}">
                <a16:creationId xmlns:a16="http://schemas.microsoft.com/office/drawing/2014/main" id="{A0595CBA-CB3E-4A7F-98FF-343060FCFDB1}"/>
              </a:ext>
            </a:extLst>
          </p:cNvPr>
          <p:cNvSpPr/>
          <p:nvPr/>
        </p:nvSpPr>
        <p:spPr>
          <a:xfrm>
            <a:off x="7560503" y="0"/>
            <a:ext cx="3901824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8A105A-C0B8-4A06-A334-959E224AD884}"/>
              </a:ext>
            </a:extLst>
          </p:cNvPr>
          <p:cNvSpPr/>
          <p:nvPr/>
        </p:nvSpPr>
        <p:spPr>
          <a:xfrm>
            <a:off x="1103689" y="1009651"/>
            <a:ext cx="3112655" cy="4329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FBDF28BF-8622-43EE-ACC8-45DAB362B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9258" y="1018113"/>
            <a:ext cx="2444498" cy="4320650"/>
          </a:xfrm>
          <a:prstGeom prst="rect">
            <a:avLst/>
          </a:prstGeom>
        </p:spPr>
      </p:pic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E004457C-BC16-4C09-A3C8-B08FAE1043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6574577"/>
              </p:ext>
            </p:extLst>
          </p:nvPr>
        </p:nvGraphicFramePr>
        <p:xfrm>
          <a:off x="8370723" y="165971"/>
          <a:ext cx="22813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8">
                  <a:extLst>
                    <a:ext uri="{9D8B030D-6E8A-4147-A177-3AD203B41FA5}">
                      <a16:colId xmlns:a16="http://schemas.microsoft.com/office/drawing/2014/main" val="1354924950"/>
                    </a:ext>
                  </a:extLst>
                </a:gridCol>
                <a:gridCol w="570346">
                  <a:extLst>
                    <a:ext uri="{9D8B030D-6E8A-4147-A177-3AD203B41FA5}">
                      <a16:colId xmlns:a16="http://schemas.microsoft.com/office/drawing/2014/main" val="3471555624"/>
                    </a:ext>
                  </a:extLst>
                </a:gridCol>
              </a:tblGrid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깊이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7</a:t>
                      </a:r>
                      <a:endParaRPr lang="ko-KR" altLang="en-US" b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87282613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상호작용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317849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변화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863785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변수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523282"/>
                  </a:ext>
                </a:extLst>
              </a:tr>
            </a:tbl>
          </a:graphicData>
        </a:graphic>
      </p:graphicFrame>
      <p:graphicFrame>
        <p:nvGraphicFramePr>
          <p:cNvPr id="59" name="표 19">
            <a:extLst>
              <a:ext uri="{FF2B5EF4-FFF2-40B4-BE49-F238E27FC236}">
                <a16:creationId xmlns:a16="http://schemas.microsoft.com/office/drawing/2014/main" id="{0BEE37FF-5ABE-48BE-B091-1F786F6ABB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3399107"/>
              </p:ext>
            </p:extLst>
          </p:nvPr>
        </p:nvGraphicFramePr>
        <p:xfrm>
          <a:off x="8063146" y="1828807"/>
          <a:ext cx="3014653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메시지 박스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텍스트가 우측에서 나타나서 화면 가운데에서 </a:t>
                      </a:r>
                      <a:r>
                        <a:rPr lang="ko-KR" altLang="en-US" sz="1200" dirty="0" err="1"/>
                        <a:t>느려짐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좌표는 </a:t>
                      </a:r>
                      <a:r>
                        <a:rPr lang="ko-KR" altLang="en-US" sz="1200" dirty="0" err="1"/>
                        <a:t>보간하여</a:t>
                      </a:r>
                      <a:r>
                        <a:rPr lang="ko-KR" altLang="en-US" sz="1200" dirty="0"/>
                        <a:t> 구함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가운데를 조금 넘고 거의 멈췄을 때 박스 숨기고 </a:t>
                      </a:r>
                      <a:r>
                        <a:rPr lang="ko-KR" altLang="en-US" sz="1200" u="sng" dirty="0"/>
                        <a:t>깊이 </a:t>
                      </a:r>
                      <a:r>
                        <a:rPr lang="en-US" altLang="ko-KR" sz="1200" u="sng" dirty="0"/>
                        <a:t>8</a:t>
                      </a:r>
                      <a:r>
                        <a:rPr lang="ko-KR" altLang="en-US" sz="1200" dirty="0"/>
                        <a:t>로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50" name="타원 49">
            <a:extLst>
              <a:ext uri="{FF2B5EF4-FFF2-40B4-BE49-F238E27FC236}">
                <a16:creationId xmlns:a16="http://schemas.microsoft.com/office/drawing/2014/main" id="{A28650FE-1BE3-413E-A46C-85CFDE115A31}"/>
              </a:ext>
            </a:extLst>
          </p:cNvPr>
          <p:cNvSpPr/>
          <p:nvPr/>
        </p:nvSpPr>
        <p:spPr>
          <a:xfrm>
            <a:off x="7950221" y="170184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cxnSp>
        <p:nvCxnSpPr>
          <p:cNvPr id="61" name="연결선: 꺾임 60">
            <a:extLst>
              <a:ext uri="{FF2B5EF4-FFF2-40B4-BE49-F238E27FC236}">
                <a16:creationId xmlns:a16="http://schemas.microsoft.com/office/drawing/2014/main" id="{05D3137A-9AB5-4A0C-9F2E-8A42EAD5787F}"/>
              </a:ext>
            </a:extLst>
          </p:cNvPr>
          <p:cNvCxnSpPr>
            <a:cxnSpLocks/>
          </p:cNvCxnSpPr>
          <p:nvPr/>
        </p:nvCxnSpPr>
        <p:spPr>
          <a:xfrm rot="10800000">
            <a:off x="3853523" y="3173583"/>
            <a:ext cx="937937" cy="641165"/>
          </a:xfrm>
          <a:prstGeom prst="bentConnector3">
            <a:avLst>
              <a:gd name="adj1" fmla="val 4403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54CB53B5-A20C-4BDF-9B2B-D682EDC8B09D}"/>
              </a:ext>
            </a:extLst>
          </p:cNvPr>
          <p:cNvSpPr/>
          <p:nvPr/>
        </p:nvSpPr>
        <p:spPr>
          <a:xfrm>
            <a:off x="4806350" y="3577416"/>
            <a:ext cx="1409723" cy="45323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메시지 박스</a:t>
            </a:r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1AFF21ED-D4B9-4362-9BD6-277C948DCF1A}"/>
              </a:ext>
            </a:extLst>
          </p:cNvPr>
          <p:cNvSpPr/>
          <p:nvPr/>
        </p:nvSpPr>
        <p:spPr>
          <a:xfrm>
            <a:off x="4693407" y="3449861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22679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개체 틀 11">
            <a:extLst>
              <a:ext uri="{FF2B5EF4-FFF2-40B4-BE49-F238E27FC236}">
                <a16:creationId xmlns:a16="http://schemas.microsoft.com/office/drawing/2014/main" id="{0239F70A-02D7-442A-BB09-891E064503F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5966" r="840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2454" t="24444" r="17843" b="20301"/>
          <a:stretch/>
        </p:blipFill>
        <p:spPr>
          <a:xfrm>
            <a:off x="1011327" y="873481"/>
            <a:ext cx="3309938" cy="4593869"/>
          </a:xfrm>
          <a:prstGeom prst="rect">
            <a:avLst/>
          </a:prstGeo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1" name="직사각형 30">
            <a:extLst>
              <a:ext uri="{FF2B5EF4-FFF2-40B4-BE49-F238E27FC236}">
                <a16:creationId xmlns:a16="http://schemas.microsoft.com/office/drawing/2014/main" id="{A0595CBA-CB3E-4A7F-98FF-343060FCFDB1}"/>
              </a:ext>
            </a:extLst>
          </p:cNvPr>
          <p:cNvSpPr/>
          <p:nvPr/>
        </p:nvSpPr>
        <p:spPr>
          <a:xfrm>
            <a:off x="7560503" y="0"/>
            <a:ext cx="3901824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8A105A-C0B8-4A06-A334-959E224AD884}"/>
              </a:ext>
            </a:extLst>
          </p:cNvPr>
          <p:cNvSpPr/>
          <p:nvPr/>
        </p:nvSpPr>
        <p:spPr>
          <a:xfrm>
            <a:off x="1103689" y="1009651"/>
            <a:ext cx="3112655" cy="4329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FBDF28BF-8622-43EE-ACC8-45DAB362B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8425" y="1011362"/>
            <a:ext cx="2430916" cy="4325689"/>
          </a:xfrm>
          <a:prstGeom prst="rect">
            <a:avLst/>
          </a:prstGeom>
        </p:spPr>
      </p:pic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E004457C-BC16-4C09-A3C8-B08FAE1043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9139252"/>
              </p:ext>
            </p:extLst>
          </p:nvPr>
        </p:nvGraphicFramePr>
        <p:xfrm>
          <a:off x="8370723" y="165971"/>
          <a:ext cx="22813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8">
                  <a:extLst>
                    <a:ext uri="{9D8B030D-6E8A-4147-A177-3AD203B41FA5}">
                      <a16:colId xmlns:a16="http://schemas.microsoft.com/office/drawing/2014/main" val="1354924950"/>
                    </a:ext>
                  </a:extLst>
                </a:gridCol>
                <a:gridCol w="570346">
                  <a:extLst>
                    <a:ext uri="{9D8B030D-6E8A-4147-A177-3AD203B41FA5}">
                      <a16:colId xmlns:a16="http://schemas.microsoft.com/office/drawing/2014/main" val="3471555624"/>
                    </a:ext>
                  </a:extLst>
                </a:gridCol>
              </a:tblGrid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깊이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8</a:t>
                      </a:r>
                      <a:endParaRPr lang="ko-KR" altLang="en-US" b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87282613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상호작용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317849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변화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863785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변수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523282"/>
                  </a:ext>
                </a:extLst>
              </a:tr>
            </a:tbl>
          </a:graphicData>
        </a:graphic>
      </p:graphicFrame>
      <p:cxnSp>
        <p:nvCxnSpPr>
          <p:cNvPr id="61" name="연결선: 꺾임 60">
            <a:extLst>
              <a:ext uri="{FF2B5EF4-FFF2-40B4-BE49-F238E27FC236}">
                <a16:creationId xmlns:a16="http://schemas.microsoft.com/office/drawing/2014/main" id="{05D3137A-9AB5-4A0C-9F2E-8A42EAD5787F}"/>
              </a:ext>
            </a:extLst>
          </p:cNvPr>
          <p:cNvCxnSpPr>
            <a:cxnSpLocks/>
          </p:cNvCxnSpPr>
          <p:nvPr/>
        </p:nvCxnSpPr>
        <p:spPr>
          <a:xfrm rot="10800000">
            <a:off x="3582955" y="3172409"/>
            <a:ext cx="1208506" cy="64234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54CB53B5-A20C-4BDF-9B2B-D682EDC8B09D}"/>
              </a:ext>
            </a:extLst>
          </p:cNvPr>
          <p:cNvSpPr/>
          <p:nvPr/>
        </p:nvSpPr>
        <p:spPr>
          <a:xfrm>
            <a:off x="4806350" y="3577416"/>
            <a:ext cx="648407" cy="45323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/>
              <a:t>카드</a:t>
            </a:r>
            <a:endParaRPr lang="ko-KR" altLang="en-US" dirty="0"/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1AFF21ED-D4B9-4362-9BD6-277C948DCF1A}"/>
              </a:ext>
            </a:extLst>
          </p:cNvPr>
          <p:cNvSpPr/>
          <p:nvPr/>
        </p:nvSpPr>
        <p:spPr>
          <a:xfrm>
            <a:off x="4693407" y="3449861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C2FB8CA-C070-4C5F-AD29-BF534264B3FD}"/>
              </a:ext>
            </a:extLst>
          </p:cNvPr>
          <p:cNvSpPr/>
          <p:nvPr/>
        </p:nvSpPr>
        <p:spPr>
          <a:xfrm>
            <a:off x="4766583" y="4540140"/>
            <a:ext cx="1982995" cy="45323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대기시간 타이머</a:t>
            </a: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FBF2B81C-C365-47AC-9DFF-96B62A24526E}"/>
              </a:ext>
            </a:extLst>
          </p:cNvPr>
          <p:cNvSpPr/>
          <p:nvPr/>
        </p:nvSpPr>
        <p:spPr>
          <a:xfrm>
            <a:off x="4647754" y="4429373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2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B993D897-153D-4567-9612-AE3EEC631E6C}"/>
              </a:ext>
            </a:extLst>
          </p:cNvPr>
          <p:cNvCxnSpPr>
            <a:cxnSpLocks/>
            <a:stCxn id="12" idx="1"/>
          </p:cNvCxnSpPr>
          <p:nvPr/>
        </p:nvCxnSpPr>
        <p:spPr>
          <a:xfrm flipH="1">
            <a:off x="2668557" y="4766759"/>
            <a:ext cx="2098026" cy="269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A0E19BA2-4096-441A-9C5D-EA496877902D}"/>
              </a:ext>
            </a:extLst>
          </p:cNvPr>
          <p:cNvCxnSpPr>
            <a:cxnSpLocks/>
          </p:cNvCxnSpPr>
          <p:nvPr/>
        </p:nvCxnSpPr>
        <p:spPr>
          <a:xfrm flipV="1">
            <a:off x="2668555" y="2864994"/>
            <a:ext cx="0" cy="19287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표 19">
            <a:extLst>
              <a:ext uri="{FF2B5EF4-FFF2-40B4-BE49-F238E27FC236}">
                <a16:creationId xmlns:a16="http://schemas.microsoft.com/office/drawing/2014/main" id="{677AC76F-030E-4982-85DF-AE1CB0301D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2833651"/>
              </p:ext>
            </p:extLst>
          </p:nvPr>
        </p:nvGraphicFramePr>
        <p:xfrm>
          <a:off x="8069053" y="1815302"/>
          <a:ext cx="3014653" cy="79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07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183546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카드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상호작용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클릭 시 카드 뒤집고 </a:t>
                      </a:r>
                      <a:r>
                        <a:rPr lang="ko-KR" altLang="en-US" sz="1200" u="sng" dirty="0"/>
                        <a:t>깊이 </a:t>
                      </a:r>
                      <a:r>
                        <a:rPr lang="en-US" altLang="ko-KR" sz="1200" u="sng" dirty="0"/>
                        <a:t>9</a:t>
                      </a:r>
                      <a:r>
                        <a:rPr lang="ko-KR" altLang="en-US" sz="1200" dirty="0"/>
                        <a:t>로</a:t>
                      </a:r>
                      <a:r>
                        <a:rPr lang="en-US" altLang="ko-KR" sz="12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50" name="타원 49">
            <a:extLst>
              <a:ext uri="{FF2B5EF4-FFF2-40B4-BE49-F238E27FC236}">
                <a16:creationId xmlns:a16="http://schemas.microsoft.com/office/drawing/2014/main" id="{A28650FE-1BE3-413E-A46C-85CFDE115A31}"/>
              </a:ext>
            </a:extLst>
          </p:cNvPr>
          <p:cNvSpPr/>
          <p:nvPr/>
        </p:nvSpPr>
        <p:spPr>
          <a:xfrm>
            <a:off x="7950221" y="170184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21" name="표 19">
            <a:extLst>
              <a:ext uri="{FF2B5EF4-FFF2-40B4-BE49-F238E27FC236}">
                <a16:creationId xmlns:a16="http://schemas.microsoft.com/office/drawing/2014/main" id="{5794143A-0954-4EFD-8F86-4E0A03CF31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3579623"/>
              </p:ext>
            </p:extLst>
          </p:nvPr>
        </p:nvGraphicFramePr>
        <p:xfrm>
          <a:off x="8069053" y="2849339"/>
          <a:ext cx="3014653" cy="1158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대기시간 타이머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시간에 따라 감소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1200" dirty="0"/>
                        <a:t>0</a:t>
                      </a:r>
                      <a:r>
                        <a:rPr lang="ko-KR" altLang="en-US" sz="1200" dirty="0"/>
                        <a:t>이 되면 몬스터가 공격한 후 다시 스테이지 별 대기시간을 대입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22" name="타원 21">
            <a:extLst>
              <a:ext uri="{FF2B5EF4-FFF2-40B4-BE49-F238E27FC236}">
                <a16:creationId xmlns:a16="http://schemas.microsoft.com/office/drawing/2014/main" id="{5EDC263D-15F9-404A-8CFF-2C1710DD1DB4}"/>
              </a:ext>
            </a:extLst>
          </p:cNvPr>
          <p:cNvSpPr/>
          <p:nvPr/>
        </p:nvSpPr>
        <p:spPr>
          <a:xfrm>
            <a:off x="7956127" y="273890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2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523CC1D1-8763-45F2-868D-CDB7D32CAE25}"/>
              </a:ext>
            </a:extLst>
          </p:cNvPr>
          <p:cNvCxnSpPr>
            <a:cxnSpLocks/>
          </p:cNvCxnSpPr>
          <p:nvPr/>
        </p:nvCxnSpPr>
        <p:spPr>
          <a:xfrm rot="10800000" flipV="1">
            <a:off x="2313993" y="608016"/>
            <a:ext cx="2746311" cy="630173"/>
          </a:xfrm>
          <a:prstGeom prst="bentConnector3">
            <a:avLst>
              <a:gd name="adj1" fmla="val 2621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285BC214-3E2D-4513-9A41-A6C53090E609}"/>
              </a:ext>
            </a:extLst>
          </p:cNvPr>
          <p:cNvSpPr/>
          <p:nvPr/>
        </p:nvSpPr>
        <p:spPr>
          <a:xfrm>
            <a:off x="5073716" y="381396"/>
            <a:ext cx="1364406" cy="45323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/>
              <a:t>미니상태창</a:t>
            </a:r>
            <a:endParaRPr lang="en-US" altLang="ko-KR" dirty="0"/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D8E2C138-B28A-4D0C-826A-E694BE70F292}"/>
              </a:ext>
            </a:extLst>
          </p:cNvPr>
          <p:cNvSpPr/>
          <p:nvPr/>
        </p:nvSpPr>
        <p:spPr>
          <a:xfrm>
            <a:off x="4948180" y="260693"/>
            <a:ext cx="237660" cy="232182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3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graphicFrame>
        <p:nvGraphicFramePr>
          <p:cNvPr id="26" name="표 19">
            <a:extLst>
              <a:ext uri="{FF2B5EF4-FFF2-40B4-BE49-F238E27FC236}">
                <a16:creationId xmlns:a16="http://schemas.microsoft.com/office/drawing/2014/main" id="{63236504-F8A4-4CEC-BCB7-2EB292A276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724422"/>
              </p:ext>
            </p:extLst>
          </p:nvPr>
        </p:nvGraphicFramePr>
        <p:xfrm>
          <a:off x="8063147" y="4211593"/>
          <a:ext cx="3014653" cy="1158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미니상태창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endParaRPr lang="ko-KR" altLang="en-US" sz="1200" b="1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시간에 따라 감소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1200" dirty="0"/>
                        <a:t>0</a:t>
                      </a:r>
                      <a:r>
                        <a:rPr lang="ko-KR" altLang="en-US" sz="1200" dirty="0"/>
                        <a:t>이 되면 몬스터가 공격한 후 다시 스테이지 별 대기시간을 대입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27" name="타원 26">
            <a:extLst>
              <a:ext uri="{FF2B5EF4-FFF2-40B4-BE49-F238E27FC236}">
                <a16:creationId xmlns:a16="http://schemas.microsoft.com/office/drawing/2014/main" id="{25FBC2E8-B983-4396-A628-68C155CB8A67}"/>
              </a:ext>
            </a:extLst>
          </p:cNvPr>
          <p:cNvSpPr/>
          <p:nvPr/>
        </p:nvSpPr>
        <p:spPr>
          <a:xfrm>
            <a:off x="7950221" y="4101159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3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94069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개체 틀 11">
            <a:extLst>
              <a:ext uri="{FF2B5EF4-FFF2-40B4-BE49-F238E27FC236}">
                <a16:creationId xmlns:a16="http://schemas.microsoft.com/office/drawing/2014/main" id="{0239F70A-02D7-442A-BB09-891E064503F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5966" r="840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2454" t="24444" r="17843" b="20301"/>
          <a:stretch/>
        </p:blipFill>
        <p:spPr>
          <a:xfrm>
            <a:off x="1011327" y="873481"/>
            <a:ext cx="3309938" cy="4593869"/>
          </a:xfrm>
          <a:prstGeom prst="rect">
            <a:avLst/>
          </a:prstGeo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1" name="직사각형 30">
            <a:extLst>
              <a:ext uri="{FF2B5EF4-FFF2-40B4-BE49-F238E27FC236}">
                <a16:creationId xmlns:a16="http://schemas.microsoft.com/office/drawing/2014/main" id="{A0595CBA-CB3E-4A7F-98FF-343060FCFDB1}"/>
              </a:ext>
            </a:extLst>
          </p:cNvPr>
          <p:cNvSpPr/>
          <p:nvPr/>
        </p:nvSpPr>
        <p:spPr>
          <a:xfrm>
            <a:off x="7560503" y="0"/>
            <a:ext cx="3901824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8A105A-C0B8-4A06-A334-959E224AD884}"/>
              </a:ext>
            </a:extLst>
          </p:cNvPr>
          <p:cNvSpPr/>
          <p:nvPr/>
        </p:nvSpPr>
        <p:spPr>
          <a:xfrm>
            <a:off x="1103689" y="1009651"/>
            <a:ext cx="3112655" cy="4329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FBDF28BF-8622-43EE-ACC8-45DAB362B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0142" y="1009651"/>
            <a:ext cx="2427482" cy="4329112"/>
          </a:xfrm>
          <a:prstGeom prst="rect">
            <a:avLst/>
          </a:prstGeom>
        </p:spPr>
      </p:pic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E004457C-BC16-4C09-A3C8-B08FAE104328}"/>
              </a:ext>
            </a:extLst>
          </p:cNvPr>
          <p:cNvGraphicFramePr>
            <a:graphicFrameLocks noGrp="1"/>
          </p:cNvGraphicFramePr>
          <p:nvPr/>
        </p:nvGraphicFramePr>
        <p:xfrm>
          <a:off x="8370723" y="165971"/>
          <a:ext cx="22813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8">
                  <a:extLst>
                    <a:ext uri="{9D8B030D-6E8A-4147-A177-3AD203B41FA5}">
                      <a16:colId xmlns:a16="http://schemas.microsoft.com/office/drawing/2014/main" val="1354924950"/>
                    </a:ext>
                  </a:extLst>
                </a:gridCol>
                <a:gridCol w="570346">
                  <a:extLst>
                    <a:ext uri="{9D8B030D-6E8A-4147-A177-3AD203B41FA5}">
                      <a16:colId xmlns:a16="http://schemas.microsoft.com/office/drawing/2014/main" val="3471555624"/>
                    </a:ext>
                  </a:extLst>
                </a:gridCol>
              </a:tblGrid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깊이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8</a:t>
                      </a:r>
                      <a:endParaRPr lang="ko-KR" altLang="en-US" b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87282613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상호작용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317849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변화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863785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변수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523282"/>
                  </a:ext>
                </a:extLst>
              </a:tr>
            </a:tbl>
          </a:graphicData>
        </a:graphic>
      </p:graphicFrame>
      <p:cxnSp>
        <p:nvCxnSpPr>
          <p:cNvPr id="61" name="연결선: 꺾임 60">
            <a:extLst>
              <a:ext uri="{FF2B5EF4-FFF2-40B4-BE49-F238E27FC236}">
                <a16:creationId xmlns:a16="http://schemas.microsoft.com/office/drawing/2014/main" id="{05D3137A-9AB5-4A0C-9F2E-8A42EAD5787F}"/>
              </a:ext>
            </a:extLst>
          </p:cNvPr>
          <p:cNvCxnSpPr>
            <a:cxnSpLocks/>
          </p:cNvCxnSpPr>
          <p:nvPr/>
        </p:nvCxnSpPr>
        <p:spPr>
          <a:xfrm rot="10800000">
            <a:off x="3582955" y="3172409"/>
            <a:ext cx="1208506" cy="64234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54CB53B5-A20C-4BDF-9B2B-D682EDC8B09D}"/>
              </a:ext>
            </a:extLst>
          </p:cNvPr>
          <p:cNvSpPr/>
          <p:nvPr/>
        </p:nvSpPr>
        <p:spPr>
          <a:xfrm>
            <a:off x="4806350" y="3577416"/>
            <a:ext cx="648407" cy="45323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/>
              <a:t>카드</a:t>
            </a:r>
            <a:endParaRPr lang="ko-KR" altLang="en-US" dirty="0"/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1AFF21ED-D4B9-4362-9BD6-277C948DCF1A}"/>
              </a:ext>
            </a:extLst>
          </p:cNvPr>
          <p:cNvSpPr/>
          <p:nvPr/>
        </p:nvSpPr>
        <p:spPr>
          <a:xfrm>
            <a:off x="4693407" y="3449861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C2FB8CA-C070-4C5F-AD29-BF534264B3FD}"/>
              </a:ext>
            </a:extLst>
          </p:cNvPr>
          <p:cNvSpPr/>
          <p:nvPr/>
        </p:nvSpPr>
        <p:spPr>
          <a:xfrm>
            <a:off x="4766583" y="4540140"/>
            <a:ext cx="1982995" cy="45323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대기시간 타이머</a:t>
            </a: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FBF2B81C-C365-47AC-9DFF-96B62A24526E}"/>
              </a:ext>
            </a:extLst>
          </p:cNvPr>
          <p:cNvSpPr/>
          <p:nvPr/>
        </p:nvSpPr>
        <p:spPr>
          <a:xfrm>
            <a:off x="4647754" y="4429373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2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B993D897-153D-4567-9612-AE3EEC631E6C}"/>
              </a:ext>
            </a:extLst>
          </p:cNvPr>
          <p:cNvCxnSpPr>
            <a:cxnSpLocks/>
            <a:stCxn id="12" idx="1"/>
          </p:cNvCxnSpPr>
          <p:nvPr/>
        </p:nvCxnSpPr>
        <p:spPr>
          <a:xfrm flipH="1">
            <a:off x="2668557" y="4766759"/>
            <a:ext cx="2098026" cy="269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A0E19BA2-4096-441A-9C5D-EA496877902D}"/>
              </a:ext>
            </a:extLst>
          </p:cNvPr>
          <p:cNvCxnSpPr>
            <a:cxnSpLocks/>
          </p:cNvCxnSpPr>
          <p:nvPr/>
        </p:nvCxnSpPr>
        <p:spPr>
          <a:xfrm flipV="1">
            <a:off x="2668555" y="2864994"/>
            <a:ext cx="0" cy="19287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표 19">
            <a:extLst>
              <a:ext uri="{FF2B5EF4-FFF2-40B4-BE49-F238E27FC236}">
                <a16:creationId xmlns:a16="http://schemas.microsoft.com/office/drawing/2014/main" id="{677AC76F-030E-4982-85DF-AE1CB0301DD2}"/>
              </a:ext>
            </a:extLst>
          </p:cNvPr>
          <p:cNvGraphicFramePr>
            <a:graphicFrameLocks noGrp="1"/>
          </p:cNvGraphicFramePr>
          <p:nvPr/>
        </p:nvGraphicFramePr>
        <p:xfrm>
          <a:off x="8069053" y="1815302"/>
          <a:ext cx="3014653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07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183546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202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카드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2240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상호작용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클릭 시 카드 뒤집기</a:t>
                      </a:r>
                      <a:r>
                        <a:rPr lang="en-US" altLang="ko-KR" sz="1200" dirty="0"/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50" name="타원 49">
            <a:extLst>
              <a:ext uri="{FF2B5EF4-FFF2-40B4-BE49-F238E27FC236}">
                <a16:creationId xmlns:a16="http://schemas.microsoft.com/office/drawing/2014/main" id="{A28650FE-1BE3-413E-A46C-85CFDE115A31}"/>
              </a:ext>
            </a:extLst>
          </p:cNvPr>
          <p:cNvSpPr/>
          <p:nvPr/>
        </p:nvSpPr>
        <p:spPr>
          <a:xfrm>
            <a:off x="7950221" y="170184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57606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개체 틀 11">
            <a:extLst>
              <a:ext uri="{FF2B5EF4-FFF2-40B4-BE49-F238E27FC236}">
                <a16:creationId xmlns:a16="http://schemas.microsoft.com/office/drawing/2014/main" id="{0239F70A-02D7-442A-BB09-891E064503F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5966" r="840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22454" t="24444" r="17843" b="20301"/>
          <a:stretch/>
        </p:blipFill>
        <p:spPr>
          <a:xfrm>
            <a:off x="1011327" y="873481"/>
            <a:ext cx="3309938" cy="4593869"/>
          </a:xfrm>
          <a:prstGeom prst="rect">
            <a:avLst/>
          </a:prstGeo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1" name="직사각형 30">
            <a:extLst>
              <a:ext uri="{FF2B5EF4-FFF2-40B4-BE49-F238E27FC236}">
                <a16:creationId xmlns:a16="http://schemas.microsoft.com/office/drawing/2014/main" id="{A0595CBA-CB3E-4A7F-98FF-343060FCFDB1}"/>
              </a:ext>
            </a:extLst>
          </p:cNvPr>
          <p:cNvSpPr/>
          <p:nvPr/>
        </p:nvSpPr>
        <p:spPr>
          <a:xfrm>
            <a:off x="7560503" y="0"/>
            <a:ext cx="3901824" cy="6858000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8A105A-C0B8-4A06-A334-959E224AD884}"/>
              </a:ext>
            </a:extLst>
          </p:cNvPr>
          <p:cNvSpPr/>
          <p:nvPr/>
        </p:nvSpPr>
        <p:spPr>
          <a:xfrm>
            <a:off x="1103689" y="1009651"/>
            <a:ext cx="3112655" cy="4329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FBDF28BF-8622-43EE-ACC8-45DAB362B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8425" y="1009651"/>
            <a:ext cx="2430916" cy="4329112"/>
          </a:xfrm>
          <a:prstGeom prst="rect">
            <a:avLst/>
          </a:prstGeom>
        </p:spPr>
      </p:pic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E004457C-BC16-4C09-A3C8-B08FAE1043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6607445"/>
              </p:ext>
            </p:extLst>
          </p:nvPr>
        </p:nvGraphicFramePr>
        <p:xfrm>
          <a:off x="8370723" y="165971"/>
          <a:ext cx="228138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038">
                  <a:extLst>
                    <a:ext uri="{9D8B030D-6E8A-4147-A177-3AD203B41FA5}">
                      <a16:colId xmlns:a16="http://schemas.microsoft.com/office/drawing/2014/main" val="1354924950"/>
                    </a:ext>
                  </a:extLst>
                </a:gridCol>
                <a:gridCol w="570346">
                  <a:extLst>
                    <a:ext uri="{9D8B030D-6E8A-4147-A177-3AD203B41FA5}">
                      <a16:colId xmlns:a16="http://schemas.microsoft.com/office/drawing/2014/main" val="3471555624"/>
                    </a:ext>
                  </a:extLst>
                </a:gridCol>
              </a:tblGrid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깊이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/>
                        <a:t>8</a:t>
                      </a:r>
                      <a:endParaRPr lang="ko-KR" altLang="en-US" b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87282613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상호작용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317849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tx1"/>
                          </a:solidFill>
                        </a:rPr>
                        <a:t>변화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D6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863785"/>
                  </a:ext>
                </a:extLst>
              </a:tr>
              <a:tr h="2684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>
                          <a:solidFill>
                            <a:schemeClr val="bg1"/>
                          </a:solidFill>
                        </a:rPr>
                        <a:t>변수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0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523282"/>
                  </a:ext>
                </a:extLst>
              </a:tr>
            </a:tbl>
          </a:graphicData>
        </a:graphic>
      </p:graphicFrame>
      <p:graphicFrame>
        <p:nvGraphicFramePr>
          <p:cNvPr id="59" name="표 19">
            <a:extLst>
              <a:ext uri="{FF2B5EF4-FFF2-40B4-BE49-F238E27FC236}">
                <a16:creationId xmlns:a16="http://schemas.microsoft.com/office/drawing/2014/main" id="{0BEE37FF-5ABE-48BE-B091-1F786F6ABB74}"/>
              </a:ext>
            </a:extLst>
          </p:cNvPr>
          <p:cNvGraphicFramePr>
            <a:graphicFrameLocks noGrp="1"/>
          </p:cNvGraphicFramePr>
          <p:nvPr/>
        </p:nvGraphicFramePr>
        <p:xfrm>
          <a:off x="8063146" y="1828807"/>
          <a:ext cx="3014653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4253">
                  <a:extLst>
                    <a:ext uri="{9D8B030D-6E8A-4147-A177-3AD203B41FA5}">
                      <a16:colId xmlns:a16="http://schemas.microsoft.com/office/drawing/2014/main" val="2869955942"/>
                    </a:ext>
                  </a:extLst>
                </a:gridCol>
                <a:gridCol w="2260400">
                  <a:extLst>
                    <a:ext uri="{9D8B030D-6E8A-4147-A177-3AD203B41FA5}">
                      <a16:colId xmlns:a16="http://schemas.microsoft.com/office/drawing/2014/main" val="694576765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메시지 박스</a:t>
                      </a:r>
                    </a:p>
                  </a:txBody>
                  <a:tcPr>
                    <a:solidFill>
                      <a:srgbClr val="49883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495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변화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텍스트가 우측에서 나타나서 화면 가운데에서 </a:t>
                      </a:r>
                      <a:r>
                        <a:rPr lang="ko-KR" altLang="en-US" sz="1200" dirty="0" err="1"/>
                        <a:t>느려짐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좌표는 </a:t>
                      </a:r>
                      <a:r>
                        <a:rPr lang="ko-KR" altLang="en-US" sz="1200" dirty="0" err="1"/>
                        <a:t>보간하여</a:t>
                      </a:r>
                      <a:r>
                        <a:rPr lang="ko-KR" altLang="en-US" sz="1200" dirty="0"/>
                        <a:t> 구함</a:t>
                      </a:r>
                      <a:r>
                        <a:rPr lang="en-US" altLang="ko-KR" sz="1200" dirty="0"/>
                        <a:t>.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200" dirty="0"/>
                        <a:t>가운데를 조금 넘고 거의 멈췄을 때 박스 숨기고 </a:t>
                      </a:r>
                      <a:r>
                        <a:rPr lang="ko-KR" altLang="en-US" sz="1200" u="sng" dirty="0"/>
                        <a:t>깊이 </a:t>
                      </a:r>
                      <a:r>
                        <a:rPr lang="en-US" altLang="ko-KR" sz="1200" u="sng" dirty="0"/>
                        <a:t>8</a:t>
                      </a:r>
                      <a:r>
                        <a:rPr lang="ko-KR" altLang="en-US" sz="1200" dirty="0"/>
                        <a:t>로</a:t>
                      </a:r>
                      <a:r>
                        <a:rPr lang="en-US" altLang="ko-KR" sz="1200" dirty="0"/>
                        <a:t>.</a:t>
                      </a:r>
                      <a:endParaRPr lang="ko-KR" altLang="en-US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33430279"/>
                  </a:ext>
                </a:extLst>
              </a:tr>
            </a:tbl>
          </a:graphicData>
        </a:graphic>
      </p:graphicFrame>
      <p:sp>
        <p:nvSpPr>
          <p:cNvPr id="50" name="타원 49">
            <a:extLst>
              <a:ext uri="{FF2B5EF4-FFF2-40B4-BE49-F238E27FC236}">
                <a16:creationId xmlns:a16="http://schemas.microsoft.com/office/drawing/2014/main" id="{A28650FE-1BE3-413E-A46C-85CFDE115A31}"/>
              </a:ext>
            </a:extLst>
          </p:cNvPr>
          <p:cNvSpPr/>
          <p:nvPr/>
        </p:nvSpPr>
        <p:spPr>
          <a:xfrm>
            <a:off x="7950221" y="1701845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1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C2FB8CA-C070-4C5F-AD29-BF534264B3FD}"/>
              </a:ext>
            </a:extLst>
          </p:cNvPr>
          <p:cNvSpPr/>
          <p:nvPr/>
        </p:nvSpPr>
        <p:spPr>
          <a:xfrm>
            <a:off x="4766583" y="4540140"/>
            <a:ext cx="1982995" cy="453238"/>
          </a:xfrm>
          <a:prstGeom prst="rect">
            <a:avLst/>
          </a:prstGeom>
          <a:solidFill>
            <a:srgbClr val="498830"/>
          </a:solidFill>
          <a:ln>
            <a:solidFill>
              <a:srgbClr val="A1D6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대기시간 타이머</a:t>
            </a: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FBF2B81C-C365-47AC-9DFF-96B62A24526E}"/>
              </a:ext>
            </a:extLst>
          </p:cNvPr>
          <p:cNvSpPr/>
          <p:nvPr/>
        </p:nvSpPr>
        <p:spPr>
          <a:xfrm>
            <a:off x="4647754" y="4429373"/>
            <a:ext cx="237660" cy="237660"/>
          </a:xfrm>
          <a:prstGeom prst="ellipse">
            <a:avLst/>
          </a:prstGeom>
          <a:solidFill>
            <a:srgbClr val="FFFF8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n>
                  <a:solidFill>
                    <a:schemeClr val="bg1"/>
                  </a:solidFill>
                </a:ln>
                <a:solidFill>
                  <a:schemeClr val="tx1">
                    <a:lumMod val="65000"/>
                  </a:schemeClr>
                </a:solidFill>
              </a:rPr>
              <a:t>4</a:t>
            </a:r>
            <a:endParaRPr lang="ko-KR" altLang="en-US" dirty="0">
              <a:ln>
                <a:solidFill>
                  <a:schemeClr val="bg1"/>
                </a:solidFill>
              </a:ln>
              <a:solidFill>
                <a:schemeClr val="tx1">
                  <a:lumMod val="65000"/>
                </a:schemeClr>
              </a:solidFill>
            </a:endParaRP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B993D897-153D-4567-9612-AE3EEC631E6C}"/>
              </a:ext>
            </a:extLst>
          </p:cNvPr>
          <p:cNvCxnSpPr>
            <a:cxnSpLocks/>
            <a:stCxn id="12" idx="1"/>
          </p:cNvCxnSpPr>
          <p:nvPr/>
        </p:nvCxnSpPr>
        <p:spPr>
          <a:xfrm flipH="1">
            <a:off x="2668557" y="4766759"/>
            <a:ext cx="2098026" cy="269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A0E19BA2-4096-441A-9C5D-EA496877902D}"/>
              </a:ext>
            </a:extLst>
          </p:cNvPr>
          <p:cNvCxnSpPr>
            <a:cxnSpLocks/>
          </p:cNvCxnSpPr>
          <p:nvPr/>
        </p:nvCxnSpPr>
        <p:spPr>
          <a:xfrm flipV="1">
            <a:off x="2668555" y="2864994"/>
            <a:ext cx="0" cy="19287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492531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메디슨">
  <a:themeElements>
    <a:clrScheme name="Madison">
      <a:dk1>
        <a:sysClr val="windowText" lastClr="000000"/>
      </a:dk1>
      <a:lt1>
        <a:sysClr val="window" lastClr="FFFFFF"/>
      </a:lt1>
      <a:dk2>
        <a:srgbClr val="1F2D29"/>
      </a:dk2>
      <a:lt2>
        <a:srgbClr val="C5FAEB"/>
      </a:lt2>
      <a:accent1>
        <a:srgbClr val="A1D68B"/>
      </a:accent1>
      <a:accent2>
        <a:srgbClr val="5EC795"/>
      </a:accent2>
      <a:accent3>
        <a:srgbClr val="4DADCF"/>
      </a:accent3>
      <a:accent4>
        <a:srgbClr val="CDB756"/>
      </a:accent4>
      <a:accent5>
        <a:srgbClr val="E29C36"/>
      </a:accent5>
      <a:accent6>
        <a:srgbClr val="8EC0C1"/>
      </a:accent6>
      <a:hlink>
        <a:srgbClr val="6D9D9B"/>
      </a:hlink>
      <a:folHlink>
        <a:srgbClr val="6D8583"/>
      </a:folHlink>
    </a:clrScheme>
    <a:fontScheme name="Madison">
      <a:maj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adison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alpha val="88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dison" id="{025CB5FB-2DD3-45EE-B6F0-CC461540EB19}" vid="{6AC10936-2DFC-4054-9ADF-B5E2C5F8619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TM16401375[[fn=메디슨]]</Template>
  <TotalTime>434</TotalTime>
  <Words>998</Words>
  <Application>Microsoft Office PowerPoint</Application>
  <PresentationFormat>와이드스크린</PresentationFormat>
  <Paragraphs>451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6" baseType="lpstr">
      <vt:lpstr>맑은 고딕</vt:lpstr>
      <vt:lpstr>휴먼옛체</vt:lpstr>
      <vt:lpstr>휴먼편지체</vt:lpstr>
      <vt:lpstr>Arial</vt:lpstr>
      <vt:lpstr>MS Shell Dlg 2</vt:lpstr>
      <vt:lpstr>Wingdings</vt:lpstr>
      <vt:lpstr>Wingdings 3</vt:lpstr>
      <vt:lpstr>메디슨</vt:lpstr>
      <vt:lpstr>NinjaNMatching UI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NinjaNMatching UI</dc:title>
  <dc:creator>G</dc:creator>
  <cp:lastModifiedBy>G</cp:lastModifiedBy>
  <cp:revision>41</cp:revision>
  <dcterms:created xsi:type="dcterms:W3CDTF">2025-07-31T06:32:44Z</dcterms:created>
  <dcterms:modified xsi:type="dcterms:W3CDTF">2025-08-01T07:57:19Z</dcterms:modified>
</cp:coreProperties>
</file>