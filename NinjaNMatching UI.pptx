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1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1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1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1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1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1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1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1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1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61DBB-5BB1-4A23-99FF-C5D0CD634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000" dirty="0" err="1">
                <a:latin typeface="휴먼옛체" panose="02030504000101010101" pitchFamily="18" charset="-127"/>
                <a:ea typeface="휴먼옛체" panose="02030504000101010101" pitchFamily="18" charset="-127"/>
              </a:rPr>
              <a:t>Ninja</a:t>
            </a:r>
            <a:r>
              <a:rPr lang="en-US" altLang="ko-KR" sz="5000" dirty="0" err="1"/>
              <a:t>N</a:t>
            </a:r>
            <a:r>
              <a:rPr lang="en-US" altLang="ko-KR" sz="5000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Matching</a:t>
            </a:r>
            <a:r>
              <a:rPr lang="en-US" altLang="ko-KR" sz="5000" dirty="0"/>
              <a:t> UI</a:t>
            </a:r>
            <a:endParaRPr lang="ko-KR" altLang="en-US" sz="5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900581-3050-4915-B0D3-6B08C54BE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3500" dirty="0"/>
              <a:t>UI </a:t>
            </a:r>
            <a:r>
              <a:rPr lang="ko-KR" altLang="en-US" sz="3500" dirty="0"/>
              <a:t>프레임워크 기획</a:t>
            </a:r>
          </a:p>
        </p:txBody>
      </p:sp>
    </p:spTree>
    <p:extLst>
      <p:ext uri="{BB962C8B-B14F-4D97-AF65-F5344CB8AC3E}">
        <p14:creationId xmlns:p14="http://schemas.microsoft.com/office/powerpoint/2010/main" val="358582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090045B-CEFB-4EDB-AC95-4DA32BDE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699" y="562785"/>
            <a:ext cx="3970986" cy="190047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652270-B7DE-4CD3-9A62-FE370F0BA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8255" y="3005128"/>
            <a:ext cx="3971874" cy="2386394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3" name="그림 개체 틀 11">
            <a:extLst>
              <a:ext uri="{FF2B5EF4-FFF2-40B4-BE49-F238E27FC236}">
                <a16:creationId xmlns:a16="http://schemas.microsoft.com/office/drawing/2014/main" id="{0239F70A-02D7-442A-BB09-891E064503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5966" r="8403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2454" t="24444" r="17375" b="20000"/>
          <a:stretch/>
        </p:blipFill>
        <p:spPr>
          <a:xfrm>
            <a:off x="0" y="873481"/>
            <a:ext cx="3335867" cy="4618892"/>
          </a:xfrm>
          <a:prstGeom prst="rect">
            <a:avLst/>
          </a:prstGeo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96B4EFF7-9E70-4DA8-AF45-C30B6416E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12518" y="3229"/>
            <a:ext cx="3464278" cy="6858000"/>
          </a:xfrm>
        </p:spPr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BDF28BF-8622-43EE-ACC8-45DAB362B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93" y="1036250"/>
            <a:ext cx="2457135" cy="435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66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메디슨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TM16401375[[fn=메디슨]]</Template>
  <TotalTime>20</TotalTime>
  <Words>5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휴먼옛체</vt:lpstr>
      <vt:lpstr>휴먼편지체</vt:lpstr>
      <vt:lpstr>Arial</vt:lpstr>
      <vt:lpstr>MS Shell Dlg 2</vt:lpstr>
      <vt:lpstr>Wingdings</vt:lpstr>
      <vt:lpstr>Wingdings 3</vt:lpstr>
      <vt:lpstr>메디슨</vt:lpstr>
      <vt:lpstr>NinjaNMatching UI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NinjaNMatching UI</dc:title>
  <dc:creator>G</dc:creator>
  <cp:lastModifiedBy>G</cp:lastModifiedBy>
  <cp:revision>2</cp:revision>
  <dcterms:created xsi:type="dcterms:W3CDTF">2025-07-31T06:32:44Z</dcterms:created>
  <dcterms:modified xsi:type="dcterms:W3CDTF">2025-07-31T06:52:50Z</dcterms:modified>
</cp:coreProperties>
</file>